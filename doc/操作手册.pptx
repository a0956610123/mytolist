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448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715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2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513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126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411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7059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754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982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082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00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F033AC-D644-4084-BE46-2A181D0F873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3487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yjnczqblyucwipfanvgi.supabase.co/rest/v1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8039100" cy="603704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技术参数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5314" y="682624"/>
            <a:ext cx="11620500" cy="5271861"/>
          </a:xfrm>
        </p:spPr>
        <p:txBody>
          <a:bodyPr>
            <a:normAutofit fontScale="77500" lnSpcReduction="20000"/>
          </a:bodyPr>
          <a:lstStyle/>
          <a:p>
            <a:r>
              <a:rPr lang="zh-TW" altLang="en-US" dirty="0" smtClean="0"/>
              <a:t>本项目系统名称是</a:t>
            </a:r>
            <a:r>
              <a:rPr lang="zh-TW" altLang="en-US" dirty="0" smtClean="0"/>
              <a:t>：</a:t>
            </a:r>
            <a:r>
              <a:rPr lang="zh-TW" altLang="en-US" dirty="0" smtClean="0"/>
              <a:t>开发一个</a:t>
            </a:r>
            <a:r>
              <a:rPr lang="en-US" altLang="zh-TW" dirty="0" err="1" smtClean="0"/>
              <a:t>todolist</a:t>
            </a:r>
            <a:r>
              <a:rPr lang="zh-TW" altLang="en-US" dirty="0" smtClean="0"/>
              <a:t>系统</a:t>
            </a:r>
            <a:endParaRPr lang="en-US" altLang="zh-TW" dirty="0" smtClean="0"/>
          </a:p>
          <a:p>
            <a:r>
              <a:rPr lang="zh-CN" altLang="en-US" dirty="0" smtClean="0"/>
              <a:t>收支查询</a:t>
            </a:r>
            <a:r>
              <a:rPr lang="en-US" altLang="zh-CN" dirty="0" smtClean="0"/>
              <a:t>web</a:t>
            </a:r>
            <a:r>
              <a:rPr lang="zh-CN" altLang="en-US" dirty="0" smtClean="0"/>
              <a:t>系统</a:t>
            </a:r>
            <a:r>
              <a:rPr lang="zh-TW" altLang="en-US" dirty="0" smtClean="0"/>
              <a:t>所有项目文档放至于</a:t>
            </a:r>
            <a:r>
              <a:rPr lang="en-US" altLang="zh-TW" dirty="0" smtClean="0"/>
              <a:t>root</a:t>
            </a:r>
            <a:r>
              <a:rPr lang="zh-TW" altLang="en-US" dirty="0" smtClean="0"/>
              <a:t>目录下</a:t>
            </a:r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后端架构要求</a:t>
            </a:r>
            <a:endParaRPr lang="zh-CN" altLang="en-US" dirty="0" smtClean="0"/>
          </a:p>
          <a:p>
            <a:pPr lvl="1"/>
            <a:r>
              <a:rPr lang="en-US" altLang="zh-CN" dirty="0" smtClean="0"/>
              <a:t>Python  + Flask</a:t>
            </a:r>
          </a:p>
          <a:p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前端架构要求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jQuery+ Bootstrap 5</a:t>
            </a:r>
            <a:r>
              <a:rPr lang="en-US" altLang="zh-TW" dirty="0" smtClean="0"/>
              <a:t>x+ </a:t>
            </a:r>
            <a:r>
              <a:rPr lang="en-US" altLang="zh-TW" dirty="0" err="1" smtClean="0"/>
              <a:t>javascript+CSS</a:t>
            </a:r>
            <a:r>
              <a:rPr lang="en-US" altLang="zh-TW" dirty="0" smtClean="0"/>
              <a:t>+ </a:t>
            </a:r>
            <a:r>
              <a:rPr lang="zh-TW" altLang="en-US" dirty="0" smtClean="0"/>
              <a:t>不使用</a:t>
            </a:r>
            <a:r>
              <a:rPr lang="en-US" altLang="zh-TW" dirty="0" smtClean="0"/>
              <a:t>typescript</a:t>
            </a:r>
          </a:p>
          <a:p>
            <a:pPr lvl="1"/>
            <a:r>
              <a:rPr lang="en-US" altLang="zh-TW" dirty="0" err="1" smtClean="0"/>
              <a:t>Javascript</a:t>
            </a:r>
            <a:r>
              <a:rPr lang="zh-TW" altLang="en-US" dirty="0" smtClean="0"/>
              <a:t>共用的代码放到</a:t>
            </a:r>
            <a:r>
              <a:rPr lang="en-US" altLang="zh-TW" dirty="0" smtClean="0"/>
              <a:t>common.js</a:t>
            </a:r>
          </a:p>
          <a:p>
            <a:pPr lvl="1"/>
            <a:r>
              <a:rPr lang="en-US" altLang="zh-CN" dirty="0" smtClean="0"/>
              <a:t>CSS</a:t>
            </a:r>
            <a:r>
              <a:rPr lang="zh-TW" altLang="en-US" dirty="0" smtClean="0"/>
              <a:t>共用的语句放到</a:t>
            </a:r>
            <a:r>
              <a:rPr lang="en-US" altLang="zh-TW" dirty="0" smtClean="0"/>
              <a:t>common.css</a:t>
            </a:r>
          </a:p>
          <a:p>
            <a:pPr lvl="1"/>
            <a:r>
              <a:rPr lang="zh-TW" altLang="en-US" dirty="0"/>
              <a:t>前</a:t>
            </a:r>
            <a:r>
              <a:rPr lang="zh-TW" altLang="en-US" dirty="0" smtClean="0"/>
              <a:t>后端沟通</a:t>
            </a:r>
            <a:r>
              <a:rPr lang="en-US" altLang="zh-TW" dirty="0" smtClean="0"/>
              <a:t>API</a:t>
            </a:r>
            <a:r>
              <a:rPr lang="zh-TW" altLang="en-US" dirty="0" smtClean="0"/>
              <a:t>用</a:t>
            </a:r>
            <a:r>
              <a:rPr lang="en-US" altLang="zh-TW" dirty="0" err="1" smtClean="0"/>
              <a:t>json</a:t>
            </a:r>
            <a:r>
              <a:rPr lang="zh-TW" altLang="en-US" dirty="0" smtClean="0"/>
              <a:t>数据格式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后端</a:t>
            </a:r>
            <a:r>
              <a:rPr lang="en-US" altLang="zh-TW" dirty="0" err="1" smtClean="0"/>
              <a:t>api</a:t>
            </a:r>
            <a:r>
              <a:rPr lang="zh-TW" altLang="en-US" dirty="0" smtClean="0"/>
              <a:t>命名规则：</a:t>
            </a:r>
            <a:r>
              <a:rPr lang="en-US" altLang="zh-TW" dirty="0" err="1" smtClean="0"/>
              <a:t>api</a:t>
            </a:r>
            <a:r>
              <a:rPr lang="en-US" altLang="zh-TW" dirty="0" smtClean="0"/>
              <a:t>_</a:t>
            </a:r>
            <a:r>
              <a:rPr lang="zh-TW" altLang="en-US" dirty="0"/>
              <a:t>模块</a:t>
            </a:r>
            <a:r>
              <a:rPr lang="zh-TW" altLang="en-US" dirty="0" smtClean="0"/>
              <a:t>名</a:t>
            </a:r>
            <a:r>
              <a:rPr lang="en-US" altLang="zh-TW" dirty="0" smtClean="0"/>
              <a:t>_</a:t>
            </a:r>
            <a:r>
              <a:rPr lang="zh-TW" altLang="en-US" dirty="0" smtClean="0"/>
              <a:t>功能</a:t>
            </a:r>
            <a:endParaRPr lang="en-US" altLang="zh-TW" dirty="0" smtClean="0"/>
          </a:p>
          <a:p>
            <a:pPr lvl="1"/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en-US" altLang="zh-TW" dirty="0" err="1" smtClean="0"/>
              <a:t>db</a:t>
            </a:r>
            <a:r>
              <a:rPr lang="zh-TW" altLang="en-US" dirty="0" smtClean="0"/>
              <a:t>要求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数据库</a:t>
            </a:r>
            <a:r>
              <a:rPr lang="zh-CN" altLang="en-US" dirty="0" smtClean="0"/>
              <a:t>：</a:t>
            </a:r>
            <a:r>
              <a:rPr lang="en-US" altLang="zh-CN" dirty="0" err="1" smtClean="0"/>
              <a:t>supabase</a:t>
            </a:r>
            <a:endParaRPr lang="en-US" altLang="zh-CN" dirty="0" smtClean="0"/>
          </a:p>
          <a:p>
            <a:pPr lvl="1"/>
            <a:r>
              <a:rPr lang="en-US" altLang="zh-CN" b="1" dirty="0"/>
              <a:t>API </a:t>
            </a:r>
            <a:r>
              <a:rPr lang="en-US" altLang="zh-CN" b="1" dirty="0" smtClean="0"/>
              <a:t>URL:  </a:t>
            </a:r>
            <a:r>
              <a:rPr lang="en-US" altLang="zh-CN" dirty="0" smtClean="0">
                <a:hlinkClick r:id="rId2"/>
              </a:rPr>
              <a:t>https</a:t>
            </a:r>
            <a:r>
              <a:rPr lang="en-US" altLang="zh-CN" dirty="0">
                <a:hlinkClick r:id="rId2"/>
              </a:rPr>
              <a:t>://yjnczqblyucwipfanvgi.supabase.co/rest/v1</a:t>
            </a:r>
            <a:r>
              <a:rPr lang="en-US" altLang="zh-CN" dirty="0" smtClean="0">
                <a:hlinkClick r:id="rId2"/>
              </a:rPr>
              <a:t>/</a:t>
            </a:r>
            <a:r>
              <a:rPr lang="en-US" altLang="zh-CN" dirty="0" smtClean="0"/>
              <a:t>    </a:t>
            </a:r>
          </a:p>
          <a:p>
            <a:pPr lvl="1"/>
            <a:r>
              <a:rPr lang="en-US" altLang="zh-CN" b="1" dirty="0"/>
              <a:t>API key</a:t>
            </a:r>
            <a:r>
              <a:rPr lang="en-US" altLang="zh-CN" b="1" dirty="0" smtClean="0"/>
              <a:t>:  </a:t>
            </a:r>
            <a:r>
              <a:rPr lang="en-US" altLang="zh-CN" dirty="0" smtClean="0"/>
              <a:t>sb_publishable_OBCby9Ptzrihrrto1iHsAA_KuTniWkh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禁止</a:t>
            </a:r>
            <a:r>
              <a:rPr lang="zh-CN" altLang="en-US" dirty="0" smtClean="0"/>
              <a:t>使用 </a:t>
            </a:r>
            <a:r>
              <a:rPr lang="en-US" altLang="zh-CN" dirty="0" err="1" smtClean="0"/>
              <a:t>SQLAlchemy</a:t>
            </a:r>
            <a:r>
              <a:rPr lang="en-US" altLang="zh-CN" dirty="0" smtClean="0"/>
              <a:t> ORM / Flask-</a:t>
            </a:r>
            <a:r>
              <a:rPr lang="en-US" altLang="zh-CN" dirty="0" err="1" smtClean="0"/>
              <a:t>SQLAlchemy</a:t>
            </a:r>
            <a:r>
              <a:rPr lang="en-US" altLang="zh-TW" dirty="0" smtClean="0"/>
              <a:t>, </a:t>
            </a:r>
            <a:r>
              <a:rPr lang="zh-CN" altLang="en-US" dirty="0" smtClean="0"/>
              <a:t>所有数据库操作使用原生 </a:t>
            </a:r>
            <a:r>
              <a:rPr lang="en-US" altLang="zh-CN" dirty="0" smtClean="0"/>
              <a:t>SQL + </a:t>
            </a:r>
            <a:r>
              <a:rPr lang="zh-CN" altLang="en-US" dirty="0" smtClean="0"/>
              <a:t>参数化查询</a:t>
            </a:r>
          </a:p>
        </p:txBody>
      </p:sp>
    </p:spTree>
    <p:extLst>
      <p:ext uri="{BB962C8B-B14F-4D97-AF65-F5344CB8AC3E}">
        <p14:creationId xmlns:p14="http://schemas.microsoft.com/office/powerpoint/2010/main" val="2588974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搞数据库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请在数据库表格生成</a:t>
            </a:r>
            <a:r>
              <a:rPr lang="zh-CN" altLang="en-US" dirty="0" smtClean="0"/>
              <a:t>测试数据</a:t>
            </a:r>
            <a:endParaRPr lang="en-US" altLang="zh-CN" dirty="0" smtClean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14" y="2441765"/>
            <a:ext cx="11461087" cy="64549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" y="3157048"/>
            <a:ext cx="1808415" cy="16347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910" y="3157048"/>
            <a:ext cx="2749662" cy="71855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853" y="3123200"/>
            <a:ext cx="6890274" cy="373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13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6449786" cy="766989"/>
          </a:xfrm>
        </p:spPr>
        <p:txBody>
          <a:bodyPr/>
          <a:lstStyle/>
          <a:p>
            <a:r>
              <a:rPr lang="zh-TW" altLang="en-US" dirty="0"/>
              <a:t>搞数据库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29" y="845138"/>
            <a:ext cx="2722486" cy="12064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893" y="513263"/>
            <a:ext cx="4495575" cy="21537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0362" y="2819643"/>
            <a:ext cx="5961905" cy="38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2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失败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31" y="819852"/>
            <a:ext cx="10761905" cy="21523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10" y="3125065"/>
            <a:ext cx="5605604" cy="373293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>
            <a:off x="0" y="6357256"/>
            <a:ext cx="1845129" cy="54428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599" y="6210368"/>
            <a:ext cx="5005543" cy="62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67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成功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" y="892628"/>
            <a:ext cx="10417629" cy="579498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278926" y="261648"/>
            <a:ext cx="35092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dirty="0"/>
              <a:t>http://127.0.0.1:5000/</a:t>
            </a:r>
          </a:p>
        </p:txBody>
      </p:sp>
    </p:spTree>
    <p:extLst>
      <p:ext uri="{BB962C8B-B14F-4D97-AF65-F5344CB8AC3E}">
        <p14:creationId xmlns:p14="http://schemas.microsoft.com/office/powerpoint/2010/main" val="3628956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测试</a:t>
            </a:r>
            <a:r>
              <a:rPr lang="en-US" altLang="zh-TW" dirty="0" smtClean="0"/>
              <a:t>debug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" y="1019395"/>
            <a:ext cx="4140201" cy="2010333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7" y="5145444"/>
            <a:ext cx="7485714" cy="139047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866" y="3178628"/>
            <a:ext cx="5455819" cy="1360715"/>
          </a:xfrm>
          <a:prstGeom prst="rect">
            <a:avLst/>
          </a:prstGeom>
        </p:spPr>
      </p:pic>
      <p:sp>
        <p:nvSpPr>
          <p:cNvPr id="6" name="圆角矩形标注 5"/>
          <p:cNvSpPr/>
          <p:nvPr/>
        </p:nvSpPr>
        <p:spPr>
          <a:xfrm>
            <a:off x="6580415" y="1621971"/>
            <a:ext cx="4245428" cy="1094015"/>
          </a:xfrm>
          <a:prstGeom prst="wedgeRoundRectCallout">
            <a:avLst>
              <a:gd name="adj1" fmla="val -49924"/>
              <a:gd name="adj2" fmla="val 11871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发系统错误，最好补充是在哪个功能页面点击什功能造成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4580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代码</a:t>
            </a:r>
            <a:r>
              <a:rPr lang="zh-TW" altLang="en-US" dirty="0"/>
              <a:t>发</a:t>
            </a:r>
            <a:r>
              <a:rPr lang="zh-TW" altLang="en-US" dirty="0" smtClean="0"/>
              <a:t>布到</a:t>
            </a:r>
            <a:r>
              <a:rPr lang="en-US" altLang="zh-TW" dirty="0" err="1" smtClean="0"/>
              <a:t>Github</a:t>
            </a:r>
            <a:r>
              <a:rPr lang="zh-TW" altLang="en-US" dirty="0" smtClean="0"/>
              <a:t>平台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5" y="1322225"/>
            <a:ext cx="5011042" cy="2116624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1409" y="952892"/>
            <a:ext cx="2214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将系统发布到github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15" y="3533843"/>
            <a:ext cx="6377019" cy="815000"/>
          </a:xfrm>
          <a:prstGeom prst="rect">
            <a:avLst/>
          </a:prstGeom>
        </p:spPr>
      </p:pic>
      <p:cxnSp>
        <p:nvCxnSpPr>
          <p:cNvPr id="7" name="直接箭头连接符 6"/>
          <p:cNvCxnSpPr/>
          <p:nvPr/>
        </p:nvCxnSpPr>
        <p:spPr>
          <a:xfrm flipH="1">
            <a:off x="4169228" y="2340429"/>
            <a:ext cx="1627414" cy="1741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96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代码上传到</a:t>
            </a:r>
            <a:r>
              <a:rPr lang="en-US" altLang="zh-TW" dirty="0" err="1" smtClean="0"/>
              <a:t>github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629"/>
            <a:ext cx="5552045" cy="50559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209" y="1545787"/>
            <a:ext cx="5043147" cy="440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08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CN" altLang="en-US" dirty="0"/>
              <a:t>代码上传到</a:t>
            </a:r>
            <a:r>
              <a:rPr lang="en-US" altLang="zh-CN" dirty="0" err="1"/>
              <a:t>github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7942"/>
            <a:ext cx="5586934" cy="3799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800" y="2661557"/>
            <a:ext cx="7178685" cy="4053271"/>
          </a:xfrm>
          <a:prstGeom prst="rect">
            <a:avLst/>
          </a:prstGeom>
        </p:spPr>
      </p:pic>
      <p:sp>
        <p:nvSpPr>
          <p:cNvPr id="5" name="圆角矩形 4"/>
          <p:cNvSpPr/>
          <p:nvPr/>
        </p:nvSpPr>
        <p:spPr>
          <a:xfrm>
            <a:off x="6389914" y="375557"/>
            <a:ext cx="4561115" cy="212271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 smtClean="0"/>
              <a:t>Vpn</a:t>
            </a:r>
            <a:r>
              <a:rPr lang="zh-TW" altLang="en-US" dirty="0" smtClean="0"/>
              <a:t>＋</a:t>
            </a:r>
            <a:r>
              <a:rPr lang="en-US" altLang="zh-TW" dirty="0" err="1" smtClean="0"/>
              <a:t>deepseek</a:t>
            </a:r>
            <a:r>
              <a:rPr lang="zh-TW" altLang="en-US" dirty="0" smtClean="0"/>
              <a:t>结果失败，说是</a:t>
            </a:r>
            <a:r>
              <a:rPr lang="en-US" altLang="zh-TW" dirty="0" err="1" smtClean="0"/>
              <a:t>deepseek</a:t>
            </a:r>
            <a:r>
              <a:rPr lang="zh-TW" altLang="en-US" dirty="0" smtClean="0"/>
              <a:t>不支持。</a:t>
            </a:r>
            <a:endParaRPr lang="en-US" altLang="zh-TW" dirty="0" smtClean="0"/>
          </a:p>
          <a:p>
            <a:pPr algn="ctr"/>
            <a:r>
              <a:rPr lang="zh-TW" altLang="en-US" dirty="0"/>
              <a:t>改</a:t>
            </a:r>
            <a:r>
              <a:rPr lang="zh-TW" altLang="en-US" dirty="0" smtClean="0"/>
              <a:t>成</a:t>
            </a:r>
            <a:r>
              <a:rPr lang="en-US" altLang="zh-TW" dirty="0" smtClean="0"/>
              <a:t>sam_auto_5G+</a:t>
            </a:r>
            <a:r>
              <a:rPr lang="zh-TW" altLang="en-US" dirty="0" smtClean="0"/>
              <a:t>中继</a:t>
            </a:r>
            <a:r>
              <a:rPr lang="en-US" altLang="zh-TW" dirty="0" smtClean="0"/>
              <a:t>model</a:t>
            </a:r>
            <a:r>
              <a:rPr lang="zh-TW" altLang="en-US" dirty="0" smtClean="0"/>
              <a:t>成功！！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713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29" y="0"/>
            <a:ext cx="5290457" cy="892629"/>
          </a:xfrm>
        </p:spPr>
        <p:txBody>
          <a:bodyPr/>
          <a:lstStyle/>
          <a:p>
            <a:r>
              <a:rPr lang="zh-TW" altLang="en-US" dirty="0"/>
              <a:t>发布</a:t>
            </a:r>
            <a:r>
              <a:rPr lang="zh-TW" altLang="en-US" dirty="0" smtClean="0"/>
              <a:t>到</a:t>
            </a:r>
            <a:r>
              <a:rPr lang="en-US" altLang="zh-TW" dirty="0" err="1" smtClean="0"/>
              <a:t>vercel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" y="814322"/>
            <a:ext cx="5868923" cy="4529766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297" y="2215243"/>
            <a:ext cx="5558169" cy="231429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6230940" y="1606034"/>
            <a:ext cx="38122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npx plugins add vercel/vercel-plugin</a:t>
            </a:r>
          </a:p>
        </p:txBody>
      </p:sp>
    </p:spTree>
    <p:extLst>
      <p:ext uri="{BB962C8B-B14F-4D97-AF65-F5344CB8AC3E}">
        <p14:creationId xmlns:p14="http://schemas.microsoft.com/office/powerpoint/2010/main" val="4121886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0" y="936172"/>
            <a:ext cx="10543632" cy="418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09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改</a:t>
            </a:r>
            <a:r>
              <a:rPr lang="zh-TW" altLang="en-US" dirty="0" smtClean="0"/>
              <a:t>代码后更新到</a:t>
            </a:r>
            <a:r>
              <a:rPr lang="en-US" altLang="zh-TW" dirty="0" err="1" smtClean="0"/>
              <a:t>vercel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4" y="1307723"/>
            <a:ext cx="5466667" cy="12380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4" y="2775857"/>
            <a:ext cx="6490950" cy="144629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40494" y="4918306"/>
            <a:ext cx="972740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 git add -A &amp;&amp; git commit -m "feat: 更新说明" &amp;&amp; git push origin main</a:t>
            </a:r>
          </a:p>
        </p:txBody>
      </p:sp>
    </p:spTree>
    <p:extLst>
      <p:ext uri="{BB962C8B-B14F-4D97-AF65-F5344CB8AC3E}">
        <p14:creationId xmlns:p14="http://schemas.microsoft.com/office/powerpoint/2010/main" val="2273202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582" y="3170493"/>
            <a:ext cx="7001561" cy="322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695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0730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1337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1943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8759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65429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2322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22550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8919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0670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86632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6630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2057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261</Words>
  <Application>Microsoft Office PowerPoint</Application>
  <PresentationFormat>宽屏</PresentationFormat>
  <Paragraphs>50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0" baseType="lpstr">
      <vt:lpstr>新細明體</vt:lpstr>
      <vt:lpstr>等线</vt:lpstr>
      <vt:lpstr>等线 Light</vt:lpstr>
      <vt:lpstr>Arial</vt:lpstr>
      <vt:lpstr>Office 主题​​</vt:lpstr>
      <vt:lpstr>技术参数</vt:lpstr>
      <vt:lpstr>搞数据库</vt:lpstr>
      <vt:lpstr>搞数据库</vt:lpstr>
      <vt:lpstr>启动app.py失败</vt:lpstr>
      <vt:lpstr>启动app.py成功</vt:lpstr>
      <vt:lpstr>测试debug</vt:lpstr>
      <vt:lpstr>代码发布到Github平台</vt:lpstr>
      <vt:lpstr>代码上传到github</vt:lpstr>
      <vt:lpstr>代码上传到github</vt:lpstr>
      <vt:lpstr>发布到vercel</vt:lpstr>
      <vt:lpstr>XXX</vt:lpstr>
      <vt:lpstr>改代码后更新到vercel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  <vt:lpstr>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CLAUDE.md 是什么？</dc:title>
  <dc:creator>sam_cheng</dc:creator>
  <cp:lastModifiedBy>sam_cheng</cp:lastModifiedBy>
  <cp:revision>94</cp:revision>
  <dcterms:created xsi:type="dcterms:W3CDTF">2026-07-02T03:18:15Z</dcterms:created>
  <dcterms:modified xsi:type="dcterms:W3CDTF">2026-07-15T09:01:00Z</dcterms:modified>
</cp:coreProperties>
</file>