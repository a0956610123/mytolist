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73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84" r:id="rId14"/>
    <p:sldId id="285" r:id="rId15"/>
    <p:sldId id="286" r:id="rId16"/>
    <p:sldId id="287" r:id="rId17"/>
    <p:sldId id="288" r:id="rId18"/>
    <p:sldId id="289" r:id="rId19"/>
    <p:sldId id="290" r:id="rId20"/>
    <p:sldId id="291" r:id="rId21"/>
    <p:sldId id="292" r:id="rId22"/>
    <p:sldId id="293" r:id="rId23"/>
    <p:sldId id="294" r:id="rId24"/>
    <p:sldId id="295" r:id="rId25"/>
    <p:sldId id="296" r:id="rId2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6" autoAdjust="0"/>
    <p:restoredTop sz="94660"/>
  </p:normalViewPr>
  <p:slideViewPr>
    <p:cSldViewPr snapToGrid="0">
      <p:cViewPr varScale="1">
        <p:scale>
          <a:sx n="88" d="100"/>
          <a:sy n="88" d="100"/>
        </p:scale>
        <p:origin x="21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033AC-D644-4084-BE46-2A181D0F8731}" type="datetimeFigureOut">
              <a:rPr lang="zh-CN" altLang="en-US" smtClean="0"/>
              <a:t>2026/7/15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F04E1-C9A7-474B-9FA7-4C991E09E0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4486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033AC-D644-4084-BE46-2A181D0F8731}" type="datetimeFigureOut">
              <a:rPr lang="zh-CN" altLang="en-US" smtClean="0"/>
              <a:t>2026/7/15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F04E1-C9A7-474B-9FA7-4C991E09E0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7154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033AC-D644-4084-BE46-2A181D0F8731}" type="datetimeFigureOut">
              <a:rPr lang="zh-CN" altLang="en-US" smtClean="0"/>
              <a:t>2026/7/15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F04E1-C9A7-474B-9FA7-4C991E09E0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221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033AC-D644-4084-BE46-2A181D0F8731}" type="datetimeFigureOut">
              <a:rPr lang="zh-CN" altLang="en-US" smtClean="0"/>
              <a:t>2026/7/15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F04E1-C9A7-474B-9FA7-4C991E09E0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5137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033AC-D644-4084-BE46-2A181D0F8731}" type="datetimeFigureOut">
              <a:rPr lang="zh-CN" altLang="en-US" smtClean="0"/>
              <a:t>2026/7/15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F04E1-C9A7-474B-9FA7-4C991E09E0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31261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033AC-D644-4084-BE46-2A181D0F8731}" type="datetimeFigureOut">
              <a:rPr lang="zh-CN" altLang="en-US" smtClean="0"/>
              <a:t>2026/7/15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F04E1-C9A7-474B-9FA7-4C991E09E0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7411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033AC-D644-4084-BE46-2A181D0F8731}" type="datetimeFigureOut">
              <a:rPr lang="zh-CN" altLang="en-US" smtClean="0"/>
              <a:t>2026/7/15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F04E1-C9A7-474B-9FA7-4C991E09E0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7059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033AC-D644-4084-BE46-2A181D0F8731}" type="datetimeFigureOut">
              <a:rPr lang="zh-CN" altLang="en-US" smtClean="0"/>
              <a:t>2026/7/15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F04E1-C9A7-474B-9FA7-4C991E09E0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07548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033AC-D644-4084-BE46-2A181D0F8731}" type="datetimeFigureOut">
              <a:rPr lang="zh-CN" altLang="en-US" smtClean="0"/>
              <a:t>2026/7/15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F04E1-C9A7-474B-9FA7-4C991E09E0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9825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033AC-D644-4084-BE46-2A181D0F8731}" type="datetimeFigureOut">
              <a:rPr lang="zh-CN" altLang="en-US" smtClean="0"/>
              <a:t>2026/7/15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F04E1-C9A7-474B-9FA7-4C991E09E0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10820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033AC-D644-4084-BE46-2A181D0F8731}" type="datetimeFigureOut">
              <a:rPr lang="zh-CN" altLang="en-US" smtClean="0"/>
              <a:t>2026/7/15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F04E1-C9A7-474B-9FA7-4C991E09E0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9008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F033AC-D644-4084-BE46-2A181D0F8731}" type="datetimeFigureOut">
              <a:rPr lang="zh-CN" altLang="en-US" smtClean="0"/>
              <a:t>2026/7/15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FF04E1-C9A7-474B-9FA7-4C991E09E0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3487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yjnczqblyucwipfanvgi.supabase.co/rest/v1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8039100" cy="603704"/>
          </a:xfrm>
        </p:spPr>
        <p:txBody>
          <a:bodyPr>
            <a:normAutofit fontScale="90000"/>
          </a:bodyPr>
          <a:lstStyle/>
          <a:p>
            <a:r>
              <a:rPr lang="zh-TW" altLang="en-US" dirty="0" smtClean="0"/>
              <a:t>技术参数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5314" y="682624"/>
            <a:ext cx="11620500" cy="5271861"/>
          </a:xfrm>
        </p:spPr>
        <p:txBody>
          <a:bodyPr>
            <a:normAutofit fontScale="77500" lnSpcReduction="20000"/>
          </a:bodyPr>
          <a:lstStyle/>
          <a:p>
            <a:r>
              <a:rPr lang="zh-TW" altLang="en-US" dirty="0" smtClean="0"/>
              <a:t>本项目系统名称是</a:t>
            </a:r>
            <a:r>
              <a:rPr lang="zh-TW" altLang="en-US" dirty="0" smtClean="0"/>
              <a:t>：</a:t>
            </a:r>
            <a:r>
              <a:rPr lang="zh-TW" altLang="en-US" dirty="0" smtClean="0"/>
              <a:t>开发一个</a:t>
            </a:r>
            <a:r>
              <a:rPr lang="en-US" altLang="zh-TW" dirty="0" err="1" smtClean="0"/>
              <a:t>todolist</a:t>
            </a:r>
            <a:r>
              <a:rPr lang="zh-TW" altLang="en-US" dirty="0" smtClean="0"/>
              <a:t>系统</a:t>
            </a:r>
            <a:endParaRPr lang="en-US" altLang="zh-TW" dirty="0" smtClean="0"/>
          </a:p>
          <a:p>
            <a:r>
              <a:rPr lang="zh-CN" altLang="en-US" dirty="0" smtClean="0"/>
              <a:t>收支查询</a:t>
            </a:r>
            <a:r>
              <a:rPr lang="en-US" altLang="zh-CN" dirty="0" smtClean="0"/>
              <a:t>web</a:t>
            </a:r>
            <a:r>
              <a:rPr lang="zh-CN" altLang="en-US" dirty="0" smtClean="0"/>
              <a:t>系统</a:t>
            </a:r>
            <a:r>
              <a:rPr lang="zh-TW" altLang="en-US" dirty="0" smtClean="0"/>
              <a:t>所有项目文档放至于</a:t>
            </a:r>
            <a:r>
              <a:rPr lang="en-US" altLang="zh-TW" dirty="0" smtClean="0"/>
              <a:t>root</a:t>
            </a:r>
            <a:r>
              <a:rPr lang="zh-TW" altLang="en-US" dirty="0" smtClean="0"/>
              <a:t>目录下</a:t>
            </a:r>
            <a:endParaRPr lang="en-US" altLang="zh-CN" dirty="0" smtClean="0"/>
          </a:p>
          <a:p>
            <a:r>
              <a:rPr lang="en-US" altLang="zh-CN" dirty="0" smtClean="0"/>
              <a:t>## </a:t>
            </a:r>
            <a:r>
              <a:rPr lang="zh-CN" altLang="en-US" dirty="0" smtClean="0"/>
              <a:t>技术栈</a:t>
            </a:r>
            <a:r>
              <a:rPr lang="en-US" altLang="zh-CN" dirty="0" smtClean="0"/>
              <a:t>-</a:t>
            </a:r>
            <a:r>
              <a:rPr lang="zh-TW" altLang="en-US" dirty="0" smtClean="0"/>
              <a:t>后端架构要求</a:t>
            </a:r>
            <a:endParaRPr lang="zh-CN" altLang="en-US" dirty="0" smtClean="0"/>
          </a:p>
          <a:p>
            <a:pPr lvl="1"/>
            <a:r>
              <a:rPr lang="en-US" altLang="zh-CN" dirty="0" smtClean="0"/>
              <a:t>Python  + Flask</a:t>
            </a:r>
          </a:p>
          <a:p>
            <a:endParaRPr lang="en-US" altLang="zh-CN" dirty="0" smtClean="0"/>
          </a:p>
          <a:p>
            <a:r>
              <a:rPr lang="en-US" altLang="zh-CN" dirty="0" smtClean="0"/>
              <a:t>## </a:t>
            </a:r>
            <a:r>
              <a:rPr lang="zh-CN" altLang="en-US" dirty="0" smtClean="0"/>
              <a:t>技术栈</a:t>
            </a:r>
            <a:r>
              <a:rPr lang="en-US" altLang="zh-CN" dirty="0" smtClean="0"/>
              <a:t>-</a:t>
            </a:r>
            <a:r>
              <a:rPr lang="zh-TW" altLang="en-US" dirty="0" smtClean="0"/>
              <a:t>前端架构要求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jQuery+ Bootstrap 5</a:t>
            </a:r>
            <a:r>
              <a:rPr lang="en-US" altLang="zh-TW" dirty="0" smtClean="0"/>
              <a:t>x+ </a:t>
            </a:r>
            <a:r>
              <a:rPr lang="en-US" altLang="zh-TW" dirty="0" err="1" smtClean="0"/>
              <a:t>javascript+CSS</a:t>
            </a:r>
            <a:r>
              <a:rPr lang="en-US" altLang="zh-TW" dirty="0" smtClean="0"/>
              <a:t>+ </a:t>
            </a:r>
            <a:r>
              <a:rPr lang="zh-TW" altLang="en-US" dirty="0" smtClean="0"/>
              <a:t>不使用</a:t>
            </a:r>
            <a:r>
              <a:rPr lang="en-US" altLang="zh-TW" dirty="0" smtClean="0"/>
              <a:t>typescript</a:t>
            </a:r>
          </a:p>
          <a:p>
            <a:pPr lvl="1"/>
            <a:r>
              <a:rPr lang="en-US" altLang="zh-TW" dirty="0" err="1" smtClean="0"/>
              <a:t>Javascript</a:t>
            </a:r>
            <a:r>
              <a:rPr lang="zh-TW" altLang="en-US" dirty="0" smtClean="0"/>
              <a:t>共用的代码放到</a:t>
            </a:r>
            <a:r>
              <a:rPr lang="en-US" altLang="zh-TW" dirty="0" smtClean="0"/>
              <a:t>common.js</a:t>
            </a:r>
          </a:p>
          <a:p>
            <a:pPr lvl="1"/>
            <a:r>
              <a:rPr lang="en-US" altLang="zh-CN" dirty="0" smtClean="0"/>
              <a:t>CSS</a:t>
            </a:r>
            <a:r>
              <a:rPr lang="zh-TW" altLang="en-US" dirty="0" smtClean="0"/>
              <a:t>共用的语句放到</a:t>
            </a:r>
            <a:r>
              <a:rPr lang="en-US" altLang="zh-TW" dirty="0" smtClean="0"/>
              <a:t>common.css</a:t>
            </a:r>
          </a:p>
          <a:p>
            <a:pPr lvl="1"/>
            <a:r>
              <a:rPr lang="zh-TW" altLang="en-US" dirty="0"/>
              <a:t>前</a:t>
            </a:r>
            <a:r>
              <a:rPr lang="zh-TW" altLang="en-US" dirty="0" smtClean="0"/>
              <a:t>后端沟通</a:t>
            </a:r>
            <a:r>
              <a:rPr lang="en-US" altLang="zh-TW" dirty="0" smtClean="0"/>
              <a:t>API</a:t>
            </a:r>
            <a:r>
              <a:rPr lang="zh-TW" altLang="en-US" dirty="0" smtClean="0"/>
              <a:t>用</a:t>
            </a:r>
            <a:r>
              <a:rPr lang="en-US" altLang="zh-TW" dirty="0" err="1" smtClean="0"/>
              <a:t>json</a:t>
            </a:r>
            <a:r>
              <a:rPr lang="zh-TW" altLang="en-US" dirty="0" smtClean="0"/>
              <a:t>数据格式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后端</a:t>
            </a:r>
            <a:r>
              <a:rPr lang="en-US" altLang="zh-TW" dirty="0" err="1" smtClean="0"/>
              <a:t>api</a:t>
            </a:r>
            <a:r>
              <a:rPr lang="zh-TW" altLang="en-US" dirty="0" smtClean="0"/>
              <a:t>命名规则：</a:t>
            </a:r>
            <a:r>
              <a:rPr lang="en-US" altLang="zh-TW" dirty="0" err="1" smtClean="0"/>
              <a:t>api</a:t>
            </a:r>
            <a:r>
              <a:rPr lang="en-US" altLang="zh-TW" dirty="0" smtClean="0"/>
              <a:t>_</a:t>
            </a:r>
            <a:r>
              <a:rPr lang="zh-TW" altLang="en-US" dirty="0"/>
              <a:t>模块</a:t>
            </a:r>
            <a:r>
              <a:rPr lang="zh-TW" altLang="en-US" dirty="0" smtClean="0"/>
              <a:t>名</a:t>
            </a:r>
            <a:r>
              <a:rPr lang="en-US" altLang="zh-TW" dirty="0" smtClean="0"/>
              <a:t>_</a:t>
            </a:r>
            <a:r>
              <a:rPr lang="zh-TW" altLang="en-US" dirty="0" smtClean="0"/>
              <a:t>功能</a:t>
            </a:r>
            <a:endParaRPr lang="en-US" altLang="zh-TW" dirty="0" smtClean="0"/>
          </a:p>
          <a:p>
            <a:pPr lvl="1"/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smtClean="0"/>
              <a:t>## </a:t>
            </a:r>
            <a:r>
              <a:rPr lang="zh-CN" altLang="en-US" dirty="0" smtClean="0"/>
              <a:t>技术栈</a:t>
            </a:r>
            <a:r>
              <a:rPr lang="en-US" altLang="zh-CN" dirty="0" smtClean="0"/>
              <a:t>-</a:t>
            </a:r>
            <a:r>
              <a:rPr lang="en-US" altLang="zh-TW" dirty="0" err="1" smtClean="0"/>
              <a:t>db</a:t>
            </a:r>
            <a:r>
              <a:rPr lang="zh-TW" altLang="en-US" dirty="0" smtClean="0"/>
              <a:t>要求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数据库</a:t>
            </a:r>
            <a:r>
              <a:rPr lang="zh-CN" altLang="en-US" dirty="0" smtClean="0"/>
              <a:t>：</a:t>
            </a:r>
            <a:r>
              <a:rPr lang="en-US" altLang="zh-CN" dirty="0" err="1" smtClean="0"/>
              <a:t>supabase</a:t>
            </a:r>
            <a:endParaRPr lang="en-US" altLang="zh-CN" dirty="0" smtClean="0"/>
          </a:p>
          <a:p>
            <a:pPr lvl="1"/>
            <a:r>
              <a:rPr lang="en-US" altLang="zh-CN" b="1" dirty="0"/>
              <a:t>API </a:t>
            </a:r>
            <a:r>
              <a:rPr lang="en-US" altLang="zh-CN" b="1" dirty="0" smtClean="0"/>
              <a:t>URL:  </a:t>
            </a:r>
            <a:r>
              <a:rPr lang="en-US" altLang="zh-CN" dirty="0" smtClean="0">
                <a:hlinkClick r:id="rId2"/>
              </a:rPr>
              <a:t>https</a:t>
            </a:r>
            <a:r>
              <a:rPr lang="en-US" altLang="zh-CN" dirty="0">
                <a:hlinkClick r:id="rId2"/>
              </a:rPr>
              <a:t>://yjnczqblyucwipfanvgi.supabase.co/rest/v1</a:t>
            </a:r>
            <a:r>
              <a:rPr lang="en-US" altLang="zh-CN" dirty="0" smtClean="0">
                <a:hlinkClick r:id="rId2"/>
              </a:rPr>
              <a:t>/</a:t>
            </a:r>
            <a:r>
              <a:rPr lang="en-US" altLang="zh-CN" dirty="0" smtClean="0"/>
              <a:t>    </a:t>
            </a:r>
          </a:p>
          <a:p>
            <a:pPr lvl="1"/>
            <a:r>
              <a:rPr lang="en-US" altLang="zh-CN" b="1" dirty="0"/>
              <a:t>API key</a:t>
            </a:r>
            <a:r>
              <a:rPr lang="en-US" altLang="zh-CN" b="1" dirty="0" smtClean="0"/>
              <a:t>:  </a:t>
            </a:r>
            <a:r>
              <a:rPr lang="en-US" altLang="zh-CN" dirty="0" smtClean="0"/>
              <a:t>sb_publishable_OBCby9Ptzrihrrto1iHsAA_KuTniWkh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禁止</a:t>
            </a:r>
            <a:r>
              <a:rPr lang="zh-CN" altLang="en-US" dirty="0" smtClean="0"/>
              <a:t>使用 </a:t>
            </a:r>
            <a:r>
              <a:rPr lang="en-US" altLang="zh-CN" dirty="0" err="1" smtClean="0"/>
              <a:t>SQLAlchemy</a:t>
            </a:r>
            <a:r>
              <a:rPr lang="en-US" altLang="zh-CN" dirty="0" smtClean="0"/>
              <a:t> ORM / Flask-</a:t>
            </a:r>
            <a:r>
              <a:rPr lang="en-US" altLang="zh-CN" dirty="0" err="1" smtClean="0"/>
              <a:t>SQLAlchemy</a:t>
            </a:r>
            <a:r>
              <a:rPr lang="en-US" altLang="zh-TW" dirty="0" smtClean="0"/>
              <a:t>, </a:t>
            </a:r>
            <a:r>
              <a:rPr lang="zh-CN" altLang="en-US" dirty="0" smtClean="0"/>
              <a:t>所有数据库操作使用原生 </a:t>
            </a:r>
            <a:r>
              <a:rPr lang="en-US" altLang="zh-CN" dirty="0" smtClean="0"/>
              <a:t>SQL + </a:t>
            </a:r>
            <a:r>
              <a:rPr lang="zh-CN" altLang="en-US" dirty="0" smtClean="0"/>
              <a:t>参数化查询</a:t>
            </a:r>
          </a:p>
        </p:txBody>
      </p:sp>
    </p:spTree>
    <p:extLst>
      <p:ext uri="{BB962C8B-B14F-4D97-AF65-F5344CB8AC3E}">
        <p14:creationId xmlns:p14="http://schemas.microsoft.com/office/powerpoint/2010/main" val="25889744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搞数据库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请在数据库表格生成</a:t>
            </a:r>
            <a:r>
              <a:rPr lang="zh-CN" altLang="en-US" dirty="0" smtClean="0"/>
              <a:t>测试数据</a:t>
            </a:r>
            <a:endParaRPr lang="en-US" altLang="zh-CN" dirty="0" smtClean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214" y="2441765"/>
            <a:ext cx="11461087" cy="645493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214" y="3157048"/>
            <a:ext cx="1808415" cy="163472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8910" y="3157048"/>
            <a:ext cx="2749662" cy="71855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1853" y="3123200"/>
            <a:ext cx="6890274" cy="373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4139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6449786" cy="766989"/>
          </a:xfrm>
        </p:spPr>
        <p:txBody>
          <a:bodyPr/>
          <a:lstStyle/>
          <a:p>
            <a:r>
              <a:rPr lang="zh-TW" altLang="en-US" dirty="0"/>
              <a:t>搞数据库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229" y="845138"/>
            <a:ext cx="2722486" cy="120643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4893" y="513263"/>
            <a:ext cx="4495575" cy="215373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0362" y="2819643"/>
            <a:ext cx="5961905" cy="388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220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5290457" cy="892629"/>
          </a:xfrm>
        </p:spPr>
        <p:txBody>
          <a:bodyPr/>
          <a:lstStyle/>
          <a:p>
            <a:r>
              <a:rPr lang="zh-TW" altLang="en-US" dirty="0" smtClean="0"/>
              <a:t>启动</a:t>
            </a:r>
            <a:r>
              <a:rPr lang="en-US" altLang="zh-TW" dirty="0" smtClean="0"/>
              <a:t>app.py</a:t>
            </a:r>
            <a:r>
              <a:rPr lang="zh-TW" altLang="en-US" dirty="0" smtClean="0"/>
              <a:t>失败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331" y="819852"/>
            <a:ext cx="10761905" cy="215238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510" y="3125065"/>
            <a:ext cx="5605604" cy="3732935"/>
          </a:xfrm>
          <a:prstGeom prst="rect">
            <a:avLst/>
          </a:prstGeom>
        </p:spPr>
      </p:pic>
      <p:sp>
        <p:nvSpPr>
          <p:cNvPr id="6" name="椭圆 5"/>
          <p:cNvSpPr/>
          <p:nvPr/>
        </p:nvSpPr>
        <p:spPr>
          <a:xfrm>
            <a:off x="0" y="6357256"/>
            <a:ext cx="1845129" cy="54428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599" y="6210368"/>
            <a:ext cx="5005543" cy="624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7674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5290457" cy="892629"/>
          </a:xfrm>
        </p:spPr>
        <p:txBody>
          <a:bodyPr/>
          <a:lstStyle/>
          <a:p>
            <a:r>
              <a:rPr lang="zh-TW" altLang="en-US" dirty="0" smtClean="0"/>
              <a:t>启动</a:t>
            </a:r>
            <a:r>
              <a:rPr lang="en-US" altLang="zh-TW" dirty="0" smtClean="0"/>
              <a:t>app.py</a:t>
            </a:r>
            <a:r>
              <a:rPr lang="zh-TW" altLang="en-US" dirty="0" smtClean="0"/>
              <a:t>成功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42" y="892628"/>
            <a:ext cx="10417629" cy="5794985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4278926" y="261648"/>
            <a:ext cx="350929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/>
              <a:t>http://127.0.0.1:5000/</a:t>
            </a:r>
          </a:p>
        </p:txBody>
      </p:sp>
    </p:spTree>
    <p:extLst>
      <p:ext uri="{BB962C8B-B14F-4D97-AF65-F5344CB8AC3E}">
        <p14:creationId xmlns:p14="http://schemas.microsoft.com/office/powerpoint/2010/main" val="36289568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5290457" cy="892629"/>
          </a:xfrm>
        </p:spPr>
        <p:txBody>
          <a:bodyPr/>
          <a:lstStyle/>
          <a:p>
            <a:r>
              <a:rPr lang="zh-TW" altLang="en-US" dirty="0" smtClean="0"/>
              <a:t>测试</a:t>
            </a:r>
            <a:r>
              <a:rPr lang="en-US" altLang="zh-TW" dirty="0" smtClean="0"/>
              <a:t>debug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71" y="1019395"/>
            <a:ext cx="4140201" cy="2010333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987" y="5145444"/>
            <a:ext cx="7485714" cy="1390476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0866" y="3178628"/>
            <a:ext cx="5455819" cy="1360715"/>
          </a:xfrm>
          <a:prstGeom prst="rect">
            <a:avLst/>
          </a:prstGeom>
        </p:spPr>
      </p:pic>
      <p:sp>
        <p:nvSpPr>
          <p:cNvPr id="6" name="圆角矩形标注 5"/>
          <p:cNvSpPr/>
          <p:nvPr/>
        </p:nvSpPr>
        <p:spPr>
          <a:xfrm>
            <a:off x="6580415" y="1621971"/>
            <a:ext cx="4245428" cy="1094015"/>
          </a:xfrm>
          <a:prstGeom prst="wedgeRoundRectCallout">
            <a:avLst>
              <a:gd name="adj1" fmla="val -49924"/>
              <a:gd name="adj2" fmla="val 118719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/>
              <a:t>发系统错误，最好补充是在哪个功能页面点击什功能造成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445802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5290457" cy="892629"/>
          </a:xfrm>
        </p:spPr>
        <p:txBody>
          <a:bodyPr>
            <a:normAutofit fontScale="90000"/>
          </a:bodyPr>
          <a:lstStyle/>
          <a:p>
            <a:r>
              <a:rPr lang="zh-TW" altLang="en-US" dirty="0" smtClean="0"/>
              <a:t>代码</a:t>
            </a:r>
            <a:r>
              <a:rPr lang="zh-TW" altLang="en-US" dirty="0"/>
              <a:t>发</a:t>
            </a:r>
            <a:r>
              <a:rPr lang="zh-TW" altLang="en-US" dirty="0" smtClean="0"/>
              <a:t>布到</a:t>
            </a:r>
            <a:r>
              <a:rPr lang="en-US" altLang="zh-TW" dirty="0" err="1" smtClean="0"/>
              <a:t>Github</a:t>
            </a:r>
            <a:r>
              <a:rPr lang="zh-TW" altLang="en-US" dirty="0" smtClean="0"/>
              <a:t>平台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315" y="1322225"/>
            <a:ext cx="5011042" cy="2116624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41409" y="952892"/>
            <a:ext cx="22140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将系统发布到github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15" y="3533843"/>
            <a:ext cx="6377019" cy="815000"/>
          </a:xfrm>
          <a:prstGeom prst="rect">
            <a:avLst/>
          </a:prstGeom>
        </p:spPr>
      </p:pic>
      <p:cxnSp>
        <p:nvCxnSpPr>
          <p:cNvPr id="7" name="直接箭头连接符 6"/>
          <p:cNvCxnSpPr/>
          <p:nvPr/>
        </p:nvCxnSpPr>
        <p:spPr>
          <a:xfrm flipH="1">
            <a:off x="4169228" y="2340429"/>
            <a:ext cx="1627414" cy="174172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4969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5290457" cy="892629"/>
          </a:xfrm>
        </p:spPr>
        <p:txBody>
          <a:bodyPr/>
          <a:lstStyle/>
          <a:p>
            <a:r>
              <a:rPr lang="zh-TW" altLang="en-US" dirty="0" smtClean="0"/>
              <a:t>代码上传到</a:t>
            </a:r>
            <a:r>
              <a:rPr lang="en-US" altLang="zh-TW" dirty="0" err="1" smtClean="0"/>
              <a:t>github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2629"/>
            <a:ext cx="5552045" cy="505590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0209" y="1545787"/>
            <a:ext cx="5043147" cy="4402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4086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5290457" cy="892629"/>
          </a:xfrm>
        </p:spPr>
        <p:txBody>
          <a:bodyPr/>
          <a:lstStyle/>
          <a:p>
            <a:r>
              <a:rPr lang="zh-CN" altLang="en-US" dirty="0"/>
              <a:t>代码上传到</a:t>
            </a:r>
            <a:r>
              <a:rPr lang="en-US" altLang="zh-CN" dirty="0" err="1"/>
              <a:t>github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7942"/>
            <a:ext cx="5586934" cy="379911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0800" y="2661557"/>
            <a:ext cx="7178685" cy="4053271"/>
          </a:xfrm>
          <a:prstGeom prst="rect">
            <a:avLst/>
          </a:prstGeom>
        </p:spPr>
      </p:pic>
      <p:sp>
        <p:nvSpPr>
          <p:cNvPr id="5" name="圆角矩形 4"/>
          <p:cNvSpPr/>
          <p:nvPr/>
        </p:nvSpPr>
        <p:spPr>
          <a:xfrm>
            <a:off x="6389914" y="375557"/>
            <a:ext cx="4561115" cy="2122714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err="1" smtClean="0"/>
              <a:t>Vpn</a:t>
            </a:r>
            <a:r>
              <a:rPr lang="zh-TW" altLang="en-US" dirty="0" smtClean="0"/>
              <a:t>＋</a:t>
            </a:r>
            <a:r>
              <a:rPr lang="en-US" altLang="zh-TW" dirty="0" err="1" smtClean="0"/>
              <a:t>deepseek</a:t>
            </a:r>
            <a:r>
              <a:rPr lang="zh-TW" altLang="en-US" dirty="0" smtClean="0"/>
              <a:t>结果失败，说是</a:t>
            </a:r>
            <a:r>
              <a:rPr lang="en-US" altLang="zh-TW" dirty="0" err="1" smtClean="0"/>
              <a:t>deepseek</a:t>
            </a:r>
            <a:r>
              <a:rPr lang="zh-TW" altLang="en-US" dirty="0" smtClean="0"/>
              <a:t>不支持。</a:t>
            </a:r>
            <a:endParaRPr lang="en-US" altLang="zh-TW" dirty="0" smtClean="0"/>
          </a:p>
          <a:p>
            <a:pPr algn="ctr"/>
            <a:r>
              <a:rPr lang="zh-TW" altLang="en-US" dirty="0"/>
              <a:t>改</a:t>
            </a:r>
            <a:r>
              <a:rPr lang="zh-TW" altLang="en-US" dirty="0" smtClean="0"/>
              <a:t>成</a:t>
            </a:r>
            <a:r>
              <a:rPr lang="en-US" altLang="zh-TW" dirty="0" smtClean="0"/>
              <a:t>sam_auto_5G+</a:t>
            </a:r>
            <a:r>
              <a:rPr lang="zh-TW" altLang="en-US" dirty="0" smtClean="0"/>
              <a:t>中继</a:t>
            </a:r>
            <a:r>
              <a:rPr lang="en-US" altLang="zh-TW" dirty="0" smtClean="0"/>
              <a:t>model</a:t>
            </a:r>
            <a:r>
              <a:rPr lang="zh-TW" altLang="en-US" dirty="0" smtClean="0"/>
              <a:t>成功！！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547131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329" y="0"/>
            <a:ext cx="5290457" cy="892629"/>
          </a:xfrm>
        </p:spPr>
        <p:txBody>
          <a:bodyPr/>
          <a:lstStyle/>
          <a:p>
            <a:r>
              <a:rPr lang="zh-TW" altLang="en-US" dirty="0"/>
              <a:t>发布</a:t>
            </a:r>
            <a:r>
              <a:rPr lang="zh-TW" altLang="en-US" dirty="0" smtClean="0"/>
              <a:t>到</a:t>
            </a:r>
            <a:r>
              <a:rPr lang="en-US" altLang="zh-TW" dirty="0" err="1" smtClean="0"/>
              <a:t>vercel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75" y="814322"/>
            <a:ext cx="5868923" cy="4529766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297" y="2215243"/>
            <a:ext cx="5558169" cy="231429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6230940" y="1606034"/>
            <a:ext cx="38122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npx plugins add vercel/vercel-plugin</a:t>
            </a:r>
          </a:p>
        </p:txBody>
      </p:sp>
    </p:spTree>
    <p:extLst>
      <p:ext uri="{BB962C8B-B14F-4D97-AF65-F5344CB8AC3E}">
        <p14:creationId xmlns:p14="http://schemas.microsoft.com/office/powerpoint/2010/main" val="41218869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5290457" cy="892629"/>
          </a:xfrm>
        </p:spPr>
        <p:txBody>
          <a:bodyPr/>
          <a:lstStyle/>
          <a:p>
            <a:r>
              <a:rPr lang="en-US" altLang="zh-CN" dirty="0" smtClean="0"/>
              <a:t>XXX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90" y="936172"/>
            <a:ext cx="10543632" cy="4180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0098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5290457" cy="892629"/>
          </a:xfrm>
        </p:spPr>
        <p:txBody>
          <a:bodyPr>
            <a:normAutofit fontScale="90000"/>
          </a:bodyPr>
          <a:lstStyle/>
          <a:p>
            <a:r>
              <a:rPr lang="zh-TW" altLang="en-US" dirty="0"/>
              <a:t>改</a:t>
            </a:r>
            <a:r>
              <a:rPr lang="zh-TW" altLang="en-US" dirty="0" smtClean="0"/>
              <a:t>代码后更新到</a:t>
            </a:r>
            <a:r>
              <a:rPr lang="en-US" altLang="zh-TW" dirty="0" err="1" smtClean="0"/>
              <a:t>vercel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024" y="1307723"/>
            <a:ext cx="5466667" cy="123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2025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5290457" cy="892629"/>
          </a:xfrm>
        </p:spPr>
        <p:txBody>
          <a:bodyPr/>
          <a:lstStyle/>
          <a:p>
            <a:r>
              <a:rPr lang="en-US" altLang="zh-CN" dirty="0" smtClean="0"/>
              <a:t>XXX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056959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5290457" cy="892629"/>
          </a:xfrm>
        </p:spPr>
        <p:txBody>
          <a:bodyPr/>
          <a:lstStyle/>
          <a:p>
            <a:r>
              <a:rPr lang="en-US" altLang="zh-CN" dirty="0" smtClean="0"/>
              <a:t>XXX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073011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5290457" cy="892629"/>
          </a:xfrm>
        </p:spPr>
        <p:txBody>
          <a:bodyPr/>
          <a:lstStyle/>
          <a:p>
            <a:r>
              <a:rPr lang="en-US" altLang="zh-CN" dirty="0" smtClean="0"/>
              <a:t>XXX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213372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5290457" cy="892629"/>
          </a:xfrm>
        </p:spPr>
        <p:txBody>
          <a:bodyPr/>
          <a:lstStyle/>
          <a:p>
            <a:r>
              <a:rPr lang="en-US" altLang="zh-CN" dirty="0" smtClean="0"/>
              <a:t>XXX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419439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5290457" cy="892629"/>
          </a:xfrm>
        </p:spPr>
        <p:txBody>
          <a:bodyPr/>
          <a:lstStyle/>
          <a:p>
            <a:r>
              <a:rPr lang="en-US" altLang="zh-CN" dirty="0" smtClean="0"/>
              <a:t>XXX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87595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5290457" cy="892629"/>
          </a:xfrm>
        </p:spPr>
        <p:txBody>
          <a:bodyPr/>
          <a:lstStyle/>
          <a:p>
            <a:r>
              <a:rPr lang="en-US" altLang="zh-CN" dirty="0" smtClean="0"/>
              <a:t>XXX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654291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5290457" cy="892629"/>
          </a:xfrm>
        </p:spPr>
        <p:txBody>
          <a:bodyPr/>
          <a:lstStyle/>
          <a:p>
            <a:r>
              <a:rPr lang="en-US" altLang="zh-CN" dirty="0" smtClean="0"/>
              <a:t>XXX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323227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5290457" cy="892629"/>
          </a:xfrm>
        </p:spPr>
        <p:txBody>
          <a:bodyPr/>
          <a:lstStyle/>
          <a:p>
            <a:r>
              <a:rPr lang="en-US" altLang="zh-CN" dirty="0" smtClean="0"/>
              <a:t>XXX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522550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5290457" cy="892629"/>
          </a:xfrm>
        </p:spPr>
        <p:txBody>
          <a:bodyPr/>
          <a:lstStyle/>
          <a:p>
            <a:r>
              <a:rPr lang="en-US" altLang="zh-CN" dirty="0" smtClean="0"/>
              <a:t>XXX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689194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5290457" cy="892629"/>
          </a:xfrm>
        </p:spPr>
        <p:txBody>
          <a:bodyPr/>
          <a:lstStyle/>
          <a:p>
            <a:r>
              <a:rPr lang="en-US" altLang="zh-CN" dirty="0" smtClean="0"/>
              <a:t>XXX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006703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5290457" cy="892629"/>
          </a:xfrm>
        </p:spPr>
        <p:txBody>
          <a:bodyPr/>
          <a:lstStyle/>
          <a:p>
            <a:r>
              <a:rPr lang="en-US" altLang="zh-CN" dirty="0" smtClean="0"/>
              <a:t>XXX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866325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5290457" cy="892629"/>
          </a:xfrm>
        </p:spPr>
        <p:txBody>
          <a:bodyPr/>
          <a:lstStyle/>
          <a:p>
            <a:r>
              <a:rPr lang="en-US" altLang="zh-CN" dirty="0" smtClean="0"/>
              <a:t>XXX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966300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5290457" cy="892629"/>
          </a:xfrm>
        </p:spPr>
        <p:txBody>
          <a:bodyPr/>
          <a:lstStyle/>
          <a:p>
            <a:r>
              <a:rPr lang="en-US" altLang="zh-CN" dirty="0" smtClean="0"/>
              <a:t>XXX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205778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533</TotalTime>
  <Words>240</Words>
  <Application>Microsoft Office PowerPoint</Application>
  <PresentationFormat>宽屏</PresentationFormat>
  <Paragraphs>49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0" baseType="lpstr">
      <vt:lpstr>新細明體</vt:lpstr>
      <vt:lpstr>等线</vt:lpstr>
      <vt:lpstr>等线 Light</vt:lpstr>
      <vt:lpstr>Arial</vt:lpstr>
      <vt:lpstr>Office 主题​​</vt:lpstr>
      <vt:lpstr>技术参数</vt:lpstr>
      <vt:lpstr>搞数据库</vt:lpstr>
      <vt:lpstr>搞数据库</vt:lpstr>
      <vt:lpstr>启动app.py失败</vt:lpstr>
      <vt:lpstr>启动app.py成功</vt:lpstr>
      <vt:lpstr>测试debug</vt:lpstr>
      <vt:lpstr>代码发布到Github平台</vt:lpstr>
      <vt:lpstr>代码上传到github</vt:lpstr>
      <vt:lpstr>代码上传到github</vt:lpstr>
      <vt:lpstr>发布到vercel</vt:lpstr>
      <vt:lpstr>XXX</vt:lpstr>
      <vt:lpstr>改代码后更新到vercel</vt:lpstr>
      <vt:lpstr>XXX</vt:lpstr>
      <vt:lpstr>XXX</vt:lpstr>
      <vt:lpstr>XXX</vt:lpstr>
      <vt:lpstr>XXX</vt:lpstr>
      <vt:lpstr>XXX</vt:lpstr>
      <vt:lpstr>XXX</vt:lpstr>
      <vt:lpstr>XXX</vt:lpstr>
      <vt:lpstr>XXX</vt:lpstr>
      <vt:lpstr>XXX</vt:lpstr>
      <vt:lpstr>XXX</vt:lpstr>
      <vt:lpstr>XXX</vt:lpstr>
      <vt:lpstr>XXX</vt:lpstr>
      <vt:lpstr>XXX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CLAUDE.md 是什么？</dc:title>
  <dc:creator>sam_cheng</dc:creator>
  <cp:lastModifiedBy>sam_cheng</cp:lastModifiedBy>
  <cp:revision>92</cp:revision>
  <dcterms:created xsi:type="dcterms:W3CDTF">2026-07-02T03:18:15Z</dcterms:created>
  <dcterms:modified xsi:type="dcterms:W3CDTF">2026-07-15T08:36:41Z</dcterms:modified>
</cp:coreProperties>
</file>