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3" r:id="rId3"/>
    <p:sldId id="274" r:id="rId4"/>
    <p:sldId id="275" r:id="rId5"/>
    <p:sldId id="276" r:id="rId6"/>
    <p:sldId id="277" r:id="rId7"/>
    <p:sldId id="301" r:id="rId8"/>
    <p:sldId id="278" r:id="rId9"/>
    <p:sldId id="279" r:id="rId10"/>
    <p:sldId id="280" r:id="rId11"/>
    <p:sldId id="300" r:id="rId12"/>
    <p:sldId id="281" r:id="rId13"/>
    <p:sldId id="282" r:id="rId14"/>
    <p:sldId id="283" r:id="rId15"/>
    <p:sldId id="285" r:id="rId16"/>
    <p:sldId id="286" r:id="rId17"/>
    <p:sldId id="297" r:id="rId18"/>
    <p:sldId id="298" r:id="rId19"/>
    <p:sldId id="299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6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4486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7154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22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5137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126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7411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7059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0754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9825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1082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033AC-D644-4084-BE46-2A181D0F8731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9008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F033AC-D644-4084-BE46-2A181D0F8731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FF04E1-C9A7-474B-9FA7-4C991E09E0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3487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yjnczqblyucwipfanvgi.supabase.co/rest/v1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upabase.com/dashboard/org/kmovfeeviopbagotvwcy" TargetMode="External"/><Relationship Id="rId2" Type="http://schemas.openxmlformats.org/officeDocument/2006/relationships/hyperlink" Target="https://github.com/a0956610123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ercel.com/a956610123tw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8039100" cy="603704"/>
          </a:xfrm>
        </p:spPr>
        <p:txBody>
          <a:bodyPr>
            <a:normAutofit fontScale="90000"/>
          </a:bodyPr>
          <a:lstStyle/>
          <a:p>
            <a:r>
              <a:rPr lang="zh-TW" altLang="en-US" dirty="0" smtClean="0"/>
              <a:t>技术参数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5314" y="682624"/>
            <a:ext cx="11620500" cy="5271861"/>
          </a:xfrm>
        </p:spPr>
        <p:txBody>
          <a:bodyPr>
            <a:normAutofit fontScale="77500" lnSpcReduction="20000"/>
          </a:bodyPr>
          <a:lstStyle/>
          <a:p>
            <a:r>
              <a:rPr lang="zh-TW" altLang="en-US" dirty="0" smtClean="0"/>
              <a:t>本项目系统名称是：开发一个</a:t>
            </a:r>
            <a:r>
              <a:rPr lang="en-US" altLang="zh-TW" dirty="0" err="1" smtClean="0"/>
              <a:t>todolist</a:t>
            </a:r>
            <a:r>
              <a:rPr lang="zh-TW" altLang="en-US" dirty="0" smtClean="0"/>
              <a:t>系统</a:t>
            </a:r>
            <a:endParaRPr lang="en-US" altLang="zh-TW" dirty="0" smtClean="0"/>
          </a:p>
          <a:p>
            <a:r>
              <a:rPr lang="zh-CN" altLang="en-US" dirty="0" smtClean="0"/>
              <a:t>收支查询</a:t>
            </a:r>
            <a:r>
              <a:rPr lang="en-US" altLang="zh-CN" dirty="0" smtClean="0"/>
              <a:t>web</a:t>
            </a:r>
            <a:r>
              <a:rPr lang="zh-CN" altLang="en-US" dirty="0" smtClean="0"/>
              <a:t>系统</a:t>
            </a:r>
            <a:r>
              <a:rPr lang="zh-TW" altLang="en-US" dirty="0" smtClean="0"/>
              <a:t>所有项目文档放至于</a:t>
            </a:r>
            <a:r>
              <a:rPr lang="en-US" altLang="zh-TW" dirty="0" smtClean="0"/>
              <a:t>root</a:t>
            </a:r>
            <a:r>
              <a:rPr lang="zh-TW" altLang="en-US" dirty="0" smtClean="0"/>
              <a:t>目录下</a:t>
            </a:r>
            <a:endParaRPr lang="en-US" altLang="zh-CN" dirty="0" smtClean="0"/>
          </a:p>
          <a:p>
            <a:r>
              <a:rPr lang="en-US" altLang="zh-CN" dirty="0" smtClean="0"/>
              <a:t>## </a:t>
            </a:r>
            <a:r>
              <a:rPr lang="zh-CN" altLang="en-US" dirty="0" smtClean="0"/>
              <a:t>技术栈</a:t>
            </a:r>
            <a:r>
              <a:rPr lang="en-US" altLang="zh-CN" dirty="0" smtClean="0"/>
              <a:t>-</a:t>
            </a:r>
            <a:r>
              <a:rPr lang="zh-TW" altLang="en-US" dirty="0" smtClean="0"/>
              <a:t>后端架构要求</a:t>
            </a:r>
            <a:endParaRPr lang="zh-CN" altLang="en-US" dirty="0" smtClean="0"/>
          </a:p>
          <a:p>
            <a:pPr lvl="1"/>
            <a:r>
              <a:rPr lang="en-US" altLang="zh-CN" dirty="0" smtClean="0"/>
              <a:t>Python  + Flask</a:t>
            </a:r>
          </a:p>
          <a:p>
            <a:endParaRPr lang="en-US" altLang="zh-CN" dirty="0" smtClean="0"/>
          </a:p>
          <a:p>
            <a:r>
              <a:rPr lang="en-US" altLang="zh-CN" dirty="0" smtClean="0"/>
              <a:t>## </a:t>
            </a:r>
            <a:r>
              <a:rPr lang="zh-CN" altLang="en-US" dirty="0" smtClean="0"/>
              <a:t>技术栈</a:t>
            </a:r>
            <a:r>
              <a:rPr lang="en-US" altLang="zh-CN" dirty="0" smtClean="0"/>
              <a:t>-</a:t>
            </a:r>
            <a:r>
              <a:rPr lang="zh-TW" altLang="en-US" dirty="0" smtClean="0"/>
              <a:t>前端架构要求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jQuery+ Bootstrap 5</a:t>
            </a:r>
            <a:r>
              <a:rPr lang="en-US" altLang="zh-TW" dirty="0" smtClean="0"/>
              <a:t>x+ </a:t>
            </a:r>
            <a:r>
              <a:rPr lang="en-US" altLang="zh-TW" dirty="0" err="1" smtClean="0"/>
              <a:t>javascript+CSS</a:t>
            </a:r>
            <a:r>
              <a:rPr lang="en-US" altLang="zh-TW" dirty="0" smtClean="0"/>
              <a:t>+ </a:t>
            </a:r>
            <a:r>
              <a:rPr lang="zh-TW" altLang="en-US" dirty="0" smtClean="0"/>
              <a:t>不使用</a:t>
            </a:r>
            <a:r>
              <a:rPr lang="en-US" altLang="zh-TW" dirty="0" smtClean="0"/>
              <a:t>typescript</a:t>
            </a:r>
          </a:p>
          <a:p>
            <a:pPr lvl="1"/>
            <a:r>
              <a:rPr lang="en-US" altLang="zh-TW" dirty="0" err="1" smtClean="0"/>
              <a:t>Javascript</a:t>
            </a:r>
            <a:r>
              <a:rPr lang="zh-TW" altLang="en-US" dirty="0" smtClean="0"/>
              <a:t>共用的代码放到</a:t>
            </a:r>
            <a:r>
              <a:rPr lang="en-US" altLang="zh-TW" dirty="0" smtClean="0"/>
              <a:t>common.js</a:t>
            </a:r>
          </a:p>
          <a:p>
            <a:pPr lvl="1"/>
            <a:r>
              <a:rPr lang="en-US" altLang="zh-CN" dirty="0" smtClean="0"/>
              <a:t>CSS</a:t>
            </a:r>
            <a:r>
              <a:rPr lang="zh-TW" altLang="en-US" dirty="0" smtClean="0"/>
              <a:t>共用的语句放到</a:t>
            </a:r>
            <a:r>
              <a:rPr lang="en-US" altLang="zh-TW" dirty="0" smtClean="0"/>
              <a:t>common.css</a:t>
            </a:r>
          </a:p>
          <a:p>
            <a:pPr lvl="1"/>
            <a:r>
              <a:rPr lang="zh-TW" altLang="en-US" dirty="0"/>
              <a:t>前</a:t>
            </a:r>
            <a:r>
              <a:rPr lang="zh-TW" altLang="en-US" dirty="0" smtClean="0"/>
              <a:t>后端沟通</a:t>
            </a:r>
            <a:r>
              <a:rPr lang="en-US" altLang="zh-TW" dirty="0" smtClean="0"/>
              <a:t>API</a:t>
            </a:r>
            <a:r>
              <a:rPr lang="zh-TW" altLang="en-US" dirty="0" smtClean="0"/>
              <a:t>用</a:t>
            </a:r>
            <a:r>
              <a:rPr lang="en-US" altLang="zh-TW" dirty="0" err="1" smtClean="0"/>
              <a:t>json</a:t>
            </a:r>
            <a:r>
              <a:rPr lang="zh-TW" altLang="en-US" dirty="0" smtClean="0"/>
              <a:t>数据格式</a:t>
            </a:r>
            <a:endParaRPr lang="en-US" altLang="zh-TW" dirty="0" smtClean="0"/>
          </a:p>
          <a:p>
            <a:pPr lvl="1"/>
            <a:r>
              <a:rPr lang="zh-TW" altLang="en-US" dirty="0" smtClean="0"/>
              <a:t>后端</a:t>
            </a:r>
            <a:r>
              <a:rPr lang="en-US" altLang="zh-TW" dirty="0" err="1" smtClean="0"/>
              <a:t>api</a:t>
            </a:r>
            <a:r>
              <a:rPr lang="zh-TW" altLang="en-US" dirty="0" smtClean="0"/>
              <a:t>命名规则：</a:t>
            </a:r>
            <a:r>
              <a:rPr lang="en-US" altLang="zh-TW" dirty="0" err="1" smtClean="0"/>
              <a:t>api</a:t>
            </a:r>
            <a:r>
              <a:rPr lang="en-US" altLang="zh-TW" dirty="0" smtClean="0"/>
              <a:t>_</a:t>
            </a:r>
            <a:r>
              <a:rPr lang="zh-TW" altLang="en-US" dirty="0"/>
              <a:t>模块</a:t>
            </a:r>
            <a:r>
              <a:rPr lang="zh-TW" altLang="en-US" dirty="0" smtClean="0"/>
              <a:t>名</a:t>
            </a:r>
            <a:r>
              <a:rPr lang="en-US" altLang="zh-TW" dirty="0" smtClean="0"/>
              <a:t>_</a:t>
            </a:r>
            <a:r>
              <a:rPr lang="zh-TW" altLang="en-US" dirty="0" smtClean="0"/>
              <a:t>功能</a:t>
            </a:r>
            <a:endParaRPr lang="en-US" altLang="zh-TW" dirty="0" smtClean="0"/>
          </a:p>
          <a:p>
            <a:pPr lvl="1"/>
            <a:endParaRPr lang="en-US" altLang="zh-CN" dirty="0" smtClean="0"/>
          </a:p>
          <a:p>
            <a:pPr marL="0" indent="0">
              <a:buNone/>
            </a:pPr>
            <a:r>
              <a:rPr lang="en-US" altLang="zh-CN" dirty="0" smtClean="0"/>
              <a:t>## </a:t>
            </a:r>
            <a:r>
              <a:rPr lang="zh-CN" altLang="en-US" dirty="0" smtClean="0"/>
              <a:t>技术栈</a:t>
            </a:r>
            <a:r>
              <a:rPr lang="en-US" altLang="zh-CN" dirty="0" smtClean="0"/>
              <a:t>-</a:t>
            </a:r>
            <a:r>
              <a:rPr lang="en-US" altLang="zh-TW" dirty="0" err="1" smtClean="0"/>
              <a:t>db</a:t>
            </a:r>
            <a:r>
              <a:rPr lang="zh-TW" altLang="en-US" dirty="0" smtClean="0"/>
              <a:t>要求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数据库：</a:t>
            </a:r>
            <a:r>
              <a:rPr lang="en-US" altLang="zh-CN" dirty="0" err="1" smtClean="0"/>
              <a:t>supabase</a:t>
            </a:r>
            <a:endParaRPr lang="en-US" altLang="zh-CN" dirty="0" smtClean="0"/>
          </a:p>
          <a:p>
            <a:pPr lvl="1"/>
            <a:r>
              <a:rPr lang="en-US" altLang="zh-CN" b="1" dirty="0"/>
              <a:t>API </a:t>
            </a:r>
            <a:r>
              <a:rPr lang="en-US" altLang="zh-CN" b="1" dirty="0" smtClean="0"/>
              <a:t>URL:  </a:t>
            </a:r>
            <a:r>
              <a:rPr lang="en-US" altLang="zh-CN" dirty="0" smtClean="0">
                <a:hlinkClick r:id="rId2"/>
              </a:rPr>
              <a:t>https</a:t>
            </a:r>
            <a:r>
              <a:rPr lang="en-US" altLang="zh-CN" dirty="0">
                <a:hlinkClick r:id="rId2"/>
              </a:rPr>
              <a:t>://yjnczqblyucwipfanvgi.supabase.co/rest/v1</a:t>
            </a:r>
            <a:r>
              <a:rPr lang="en-US" altLang="zh-CN" dirty="0" smtClean="0">
                <a:hlinkClick r:id="rId2"/>
              </a:rPr>
              <a:t>/</a:t>
            </a:r>
            <a:r>
              <a:rPr lang="en-US" altLang="zh-CN" dirty="0" smtClean="0"/>
              <a:t>    </a:t>
            </a:r>
          </a:p>
          <a:p>
            <a:pPr lvl="1"/>
            <a:r>
              <a:rPr lang="en-US" altLang="zh-CN" b="1" dirty="0"/>
              <a:t>API key</a:t>
            </a:r>
            <a:r>
              <a:rPr lang="en-US" altLang="zh-CN" b="1" dirty="0" smtClean="0"/>
              <a:t>:  </a:t>
            </a:r>
            <a:r>
              <a:rPr lang="en-US" altLang="zh-CN" dirty="0" smtClean="0"/>
              <a:t>sb_publishable_OBCby9Ptzrihrrto1iHsAA_KuTniWkh</a:t>
            </a:r>
          </a:p>
          <a:p>
            <a:pPr lvl="1"/>
            <a:r>
              <a:rPr lang="zh-CN" altLang="en-US" dirty="0" smtClean="0"/>
              <a:t>禁止使用 </a:t>
            </a:r>
            <a:r>
              <a:rPr lang="en-US" altLang="zh-CN" dirty="0" err="1" smtClean="0"/>
              <a:t>SQLAlchemy</a:t>
            </a:r>
            <a:r>
              <a:rPr lang="en-US" altLang="zh-CN" dirty="0" smtClean="0"/>
              <a:t> ORM / Flask-</a:t>
            </a:r>
            <a:r>
              <a:rPr lang="en-US" altLang="zh-CN" dirty="0" err="1" smtClean="0"/>
              <a:t>SQLAlchemy</a:t>
            </a:r>
            <a:r>
              <a:rPr lang="en-US" altLang="zh-TW" dirty="0" smtClean="0"/>
              <a:t>, </a:t>
            </a:r>
            <a:r>
              <a:rPr lang="zh-CN" altLang="en-US" dirty="0" smtClean="0"/>
              <a:t>所有数据库操作使用原生 </a:t>
            </a:r>
            <a:r>
              <a:rPr lang="en-US" altLang="zh-CN" dirty="0" smtClean="0"/>
              <a:t>SQL + </a:t>
            </a:r>
            <a:r>
              <a:rPr lang="zh-CN" altLang="en-US" dirty="0" smtClean="0"/>
              <a:t>参数化查询</a:t>
            </a:r>
          </a:p>
        </p:txBody>
      </p:sp>
    </p:spTree>
    <p:extLst>
      <p:ext uri="{BB962C8B-B14F-4D97-AF65-F5344CB8AC3E}">
        <p14:creationId xmlns:p14="http://schemas.microsoft.com/office/powerpoint/2010/main" val="2588974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zh-TW" altLang="en-US" dirty="0" smtClean="0"/>
              <a:t>搞数据库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请在数据库表格生成</a:t>
            </a:r>
            <a:r>
              <a:rPr lang="zh-CN" altLang="en-US" dirty="0" smtClean="0"/>
              <a:t>测试数据</a:t>
            </a:r>
            <a:endParaRPr lang="en-US" altLang="zh-CN" dirty="0" smtClean="0"/>
          </a:p>
          <a:p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14" y="2441765"/>
            <a:ext cx="11461087" cy="645493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214" y="3157048"/>
            <a:ext cx="1808415" cy="16347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910" y="3157048"/>
            <a:ext cx="2749662" cy="71855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1853" y="3123200"/>
            <a:ext cx="6890274" cy="373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413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6449786" cy="766989"/>
          </a:xfrm>
        </p:spPr>
        <p:txBody>
          <a:bodyPr/>
          <a:lstStyle/>
          <a:p>
            <a:r>
              <a:rPr lang="zh-TW" altLang="en-US" dirty="0"/>
              <a:t>搞数据库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29" y="845138"/>
            <a:ext cx="2722486" cy="120643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4893" y="513263"/>
            <a:ext cx="4495575" cy="21537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4893" y="3084831"/>
            <a:ext cx="4477738" cy="2918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2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TW" altLang="en-US" dirty="0" smtClean="0"/>
              <a:t>启动</a:t>
            </a:r>
            <a:r>
              <a:rPr lang="en-US" altLang="zh-TW" dirty="0" smtClean="0"/>
              <a:t>app.py</a:t>
            </a:r>
            <a:r>
              <a:rPr lang="zh-TW" altLang="en-US" dirty="0" smtClean="0"/>
              <a:t>失败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4" y="1048452"/>
            <a:ext cx="6845083" cy="1369017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74" y="2624321"/>
            <a:ext cx="5605604" cy="3732935"/>
          </a:xfrm>
          <a:prstGeom prst="rect">
            <a:avLst/>
          </a:prstGeom>
        </p:spPr>
      </p:pic>
      <p:sp>
        <p:nvSpPr>
          <p:cNvPr id="6" name="椭圆 5"/>
          <p:cNvSpPr/>
          <p:nvPr/>
        </p:nvSpPr>
        <p:spPr>
          <a:xfrm>
            <a:off x="0" y="6357256"/>
            <a:ext cx="1845129" cy="54428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9542" y="5732982"/>
            <a:ext cx="5005543" cy="62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67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TW" altLang="en-US" dirty="0" smtClean="0"/>
              <a:t>启动</a:t>
            </a:r>
            <a:r>
              <a:rPr lang="en-US" altLang="zh-TW" dirty="0" smtClean="0"/>
              <a:t>app.py</a:t>
            </a:r>
            <a:r>
              <a:rPr lang="zh-TW" altLang="en-US" dirty="0" smtClean="0"/>
              <a:t>成功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2" y="892628"/>
            <a:ext cx="10417629" cy="5794985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4278926" y="261648"/>
            <a:ext cx="350929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800" dirty="0"/>
              <a:t>http://127.0.0.1:5000/</a:t>
            </a:r>
          </a:p>
        </p:txBody>
      </p:sp>
    </p:spTree>
    <p:extLst>
      <p:ext uri="{BB962C8B-B14F-4D97-AF65-F5344CB8AC3E}">
        <p14:creationId xmlns:p14="http://schemas.microsoft.com/office/powerpoint/2010/main" val="3628956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TW" altLang="en-US" dirty="0" smtClean="0"/>
              <a:t>测试</a:t>
            </a:r>
            <a:r>
              <a:rPr lang="en-US" altLang="zh-TW" dirty="0" smtClean="0"/>
              <a:t>debug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71" y="1019395"/>
            <a:ext cx="4140201" cy="2010333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87" y="5145444"/>
            <a:ext cx="7485714" cy="1390476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0866" y="3178628"/>
            <a:ext cx="5455819" cy="1360715"/>
          </a:xfrm>
          <a:prstGeom prst="rect">
            <a:avLst/>
          </a:prstGeom>
        </p:spPr>
      </p:pic>
      <p:sp>
        <p:nvSpPr>
          <p:cNvPr id="6" name="圆角矩形标注 5"/>
          <p:cNvSpPr/>
          <p:nvPr/>
        </p:nvSpPr>
        <p:spPr>
          <a:xfrm>
            <a:off x="6580415" y="1621971"/>
            <a:ext cx="4245428" cy="1094015"/>
          </a:xfrm>
          <a:prstGeom prst="wedgeRoundRectCallout">
            <a:avLst>
              <a:gd name="adj1" fmla="val -49924"/>
              <a:gd name="adj2" fmla="val 11871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发系统错误，最好补充是在哪个功能页面点击什功能造成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44580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600780" y="1089253"/>
            <a:ext cx="6679292" cy="2852737"/>
          </a:xfrm>
        </p:spPr>
        <p:txBody>
          <a:bodyPr/>
          <a:lstStyle/>
          <a:p>
            <a:r>
              <a:rPr lang="zh-TW" altLang="en-US" dirty="0" smtClean="0"/>
              <a:t>代码上传到</a:t>
            </a:r>
            <a:r>
              <a:rPr lang="en-US" altLang="zh-TW" dirty="0" err="1" smtClean="0"/>
              <a:t>github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0269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>
            <a:normAutofit fontScale="90000"/>
          </a:bodyPr>
          <a:lstStyle/>
          <a:p>
            <a:r>
              <a:rPr lang="zh-TW" altLang="en-US" dirty="0" smtClean="0"/>
              <a:t>代码</a:t>
            </a:r>
            <a:r>
              <a:rPr lang="zh-TW" altLang="en-US" dirty="0"/>
              <a:t>发</a:t>
            </a:r>
            <a:r>
              <a:rPr lang="zh-TW" altLang="en-US" dirty="0" smtClean="0"/>
              <a:t>布到</a:t>
            </a:r>
            <a:r>
              <a:rPr lang="en-US" altLang="zh-TW" dirty="0" err="1" smtClean="0"/>
              <a:t>Github</a:t>
            </a:r>
            <a:r>
              <a:rPr lang="zh-TW" altLang="en-US" dirty="0" smtClean="0"/>
              <a:t>平台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15" y="1322225"/>
            <a:ext cx="5011042" cy="2116624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41409" y="952892"/>
            <a:ext cx="22140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将系统发布到github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15" y="3533843"/>
            <a:ext cx="6377019" cy="815000"/>
          </a:xfrm>
          <a:prstGeom prst="rect">
            <a:avLst/>
          </a:prstGeom>
        </p:spPr>
      </p:pic>
      <p:cxnSp>
        <p:nvCxnSpPr>
          <p:cNvPr id="7" name="直接箭头连接符 6"/>
          <p:cNvCxnSpPr/>
          <p:nvPr/>
        </p:nvCxnSpPr>
        <p:spPr>
          <a:xfrm flipH="1">
            <a:off x="4169228" y="2340429"/>
            <a:ext cx="1627414" cy="17417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96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TW" altLang="en-US" dirty="0" smtClean="0"/>
              <a:t>代码上传到</a:t>
            </a:r>
            <a:r>
              <a:rPr lang="en-US" altLang="zh-TW" dirty="0" err="1" smtClean="0"/>
              <a:t>github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2629"/>
            <a:ext cx="5552045" cy="505590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0209" y="1545787"/>
            <a:ext cx="5043147" cy="4402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08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zh-CN" altLang="en-US" dirty="0"/>
              <a:t>代码上传到</a:t>
            </a:r>
            <a:r>
              <a:rPr lang="en-US" altLang="zh-CN" dirty="0" err="1"/>
              <a:t>github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7942"/>
            <a:ext cx="5586934" cy="379911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963" y="3505200"/>
            <a:ext cx="5684522" cy="3209628"/>
          </a:xfrm>
          <a:prstGeom prst="rect">
            <a:avLst/>
          </a:prstGeom>
        </p:spPr>
      </p:pic>
      <p:sp>
        <p:nvSpPr>
          <p:cNvPr id="5" name="圆角矩形 4"/>
          <p:cNvSpPr/>
          <p:nvPr/>
        </p:nvSpPr>
        <p:spPr>
          <a:xfrm>
            <a:off x="6389914" y="375557"/>
            <a:ext cx="4561115" cy="212271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 smtClean="0"/>
              <a:t>Vpn</a:t>
            </a:r>
            <a:r>
              <a:rPr lang="zh-TW" altLang="en-US" dirty="0" smtClean="0"/>
              <a:t>＋</a:t>
            </a:r>
            <a:r>
              <a:rPr lang="en-US" altLang="zh-TW" dirty="0" err="1" smtClean="0"/>
              <a:t>deepseek</a:t>
            </a:r>
            <a:r>
              <a:rPr lang="zh-TW" altLang="en-US" dirty="0" smtClean="0"/>
              <a:t>结果失败，说是</a:t>
            </a:r>
            <a:r>
              <a:rPr lang="en-US" altLang="zh-TW" dirty="0" err="1" smtClean="0"/>
              <a:t>deepseek</a:t>
            </a:r>
            <a:r>
              <a:rPr lang="zh-TW" altLang="en-US" dirty="0" smtClean="0"/>
              <a:t>不支持。</a:t>
            </a:r>
            <a:endParaRPr lang="en-US" altLang="zh-TW" dirty="0" smtClean="0"/>
          </a:p>
          <a:p>
            <a:pPr algn="ctr"/>
            <a:r>
              <a:rPr lang="zh-TW" altLang="en-US" dirty="0"/>
              <a:t>改</a:t>
            </a:r>
            <a:r>
              <a:rPr lang="zh-TW" altLang="en-US" dirty="0" smtClean="0"/>
              <a:t>成</a:t>
            </a:r>
            <a:r>
              <a:rPr lang="en-US" altLang="zh-TW" dirty="0" smtClean="0"/>
              <a:t>sam_auto_5G+</a:t>
            </a:r>
            <a:r>
              <a:rPr lang="zh-TW" altLang="en-US" dirty="0" smtClean="0"/>
              <a:t>中继</a:t>
            </a:r>
            <a:r>
              <a:rPr lang="en-US" altLang="zh-TW" dirty="0" smtClean="0"/>
              <a:t>model</a:t>
            </a:r>
            <a:r>
              <a:rPr lang="zh-TW" altLang="en-US" dirty="0" smtClean="0"/>
              <a:t>成功！</a:t>
            </a:r>
            <a:endParaRPr lang="en-US" altLang="zh-TW" dirty="0" smtClean="0"/>
          </a:p>
          <a:p>
            <a:pPr algn="ctr"/>
            <a:r>
              <a:rPr lang="zh-TW" altLang="en-US" dirty="0" smtClean="0"/>
              <a:t>直接下指令应该更快！！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54713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02908" y="702810"/>
            <a:ext cx="5759450" cy="2852737"/>
          </a:xfrm>
        </p:spPr>
        <p:txBody>
          <a:bodyPr/>
          <a:lstStyle/>
          <a:p>
            <a:r>
              <a:rPr lang="zh-TW" altLang="en-US" dirty="0"/>
              <a:t>发布到</a:t>
            </a:r>
            <a:r>
              <a:rPr lang="en-US" altLang="zh-TW" dirty="0" err="1"/>
              <a:t>vercel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81854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29" y="0"/>
            <a:ext cx="5290457" cy="892629"/>
          </a:xfrm>
        </p:spPr>
        <p:txBody>
          <a:bodyPr/>
          <a:lstStyle/>
          <a:p>
            <a:r>
              <a:rPr lang="zh-TW" altLang="en-US" dirty="0"/>
              <a:t>发布</a:t>
            </a:r>
            <a:r>
              <a:rPr lang="zh-TW" altLang="en-US" dirty="0" smtClean="0"/>
              <a:t>到</a:t>
            </a:r>
            <a:r>
              <a:rPr lang="en-US" altLang="zh-TW" dirty="0" err="1" smtClean="0"/>
              <a:t>vercel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5" y="814322"/>
            <a:ext cx="5868923" cy="4529766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297" y="2215243"/>
            <a:ext cx="5558169" cy="231429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6230940" y="1606034"/>
            <a:ext cx="38122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/>
              <a:t>npx plugins add vercel/vercel-plugin</a:t>
            </a:r>
          </a:p>
        </p:txBody>
      </p:sp>
    </p:spTree>
    <p:extLst>
      <p:ext uri="{BB962C8B-B14F-4D97-AF65-F5344CB8AC3E}">
        <p14:creationId xmlns:p14="http://schemas.microsoft.com/office/powerpoint/2010/main" val="4121886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smtClean="0"/>
              <a:t>XXX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0" y="936172"/>
            <a:ext cx="10543632" cy="4180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0098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改</a:t>
            </a:r>
            <a:r>
              <a:rPr lang="zh-TW" altLang="en-US" dirty="0" smtClean="0"/>
              <a:t>代码后更新到</a:t>
            </a:r>
            <a:r>
              <a:rPr lang="en-US" altLang="zh-TW" dirty="0" err="1" smtClean="0"/>
              <a:t>vercel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24" y="1307723"/>
            <a:ext cx="5466667" cy="123809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24" y="2775857"/>
            <a:ext cx="6490950" cy="144629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51380" y="5691192"/>
            <a:ext cx="972740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 git add -A &amp;&amp; git commit -m "feat: 更新说明" &amp;&amp; git push origin main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24" y="4821340"/>
            <a:ext cx="11904547" cy="85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202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err="1"/>
              <a:t>Vercel</a:t>
            </a:r>
            <a:r>
              <a:rPr lang="zh-CN" altLang="en-US" dirty="0"/>
              <a:t>云系统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24" y="1404257"/>
            <a:ext cx="2980016" cy="4318498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059" y="892629"/>
            <a:ext cx="5920842" cy="5683613"/>
          </a:xfrm>
          <a:prstGeom prst="rect">
            <a:avLst/>
          </a:prstGeom>
        </p:spPr>
      </p:pic>
      <p:sp>
        <p:nvSpPr>
          <p:cNvPr id="7" name="圆角矩形标注 6"/>
          <p:cNvSpPr/>
          <p:nvPr/>
        </p:nvSpPr>
        <p:spPr>
          <a:xfrm>
            <a:off x="3543300" y="1017814"/>
            <a:ext cx="1224643" cy="1077686"/>
          </a:xfrm>
          <a:prstGeom prst="wedgeRound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7301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5290457" cy="892629"/>
          </a:xfrm>
        </p:spPr>
        <p:txBody>
          <a:bodyPr/>
          <a:lstStyle/>
          <a:p>
            <a:r>
              <a:rPr lang="en-US" altLang="zh-CN" dirty="0" err="1" smtClean="0"/>
              <a:t>Vercel</a:t>
            </a:r>
            <a:r>
              <a:rPr lang="zh-TW" altLang="en-US" dirty="0" smtClean="0"/>
              <a:t>云系统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474" y="1259872"/>
            <a:ext cx="10779644" cy="495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3372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三件套</a:t>
            </a:r>
            <a:r>
              <a:rPr lang="zh-CN" altLang="en-US" dirty="0" smtClean="0"/>
              <a:t>网址</a:t>
            </a:r>
            <a:r>
              <a:rPr lang="en-US" altLang="zh-CN" dirty="0" smtClean="0"/>
              <a:t>(</a:t>
            </a:r>
            <a:r>
              <a:rPr lang="zh-TW" altLang="en-US" dirty="0" smtClean="0"/>
              <a:t>不用</a:t>
            </a:r>
            <a:r>
              <a:rPr lang="en-US" altLang="zh-TW" dirty="0" smtClean="0"/>
              <a:t>VPN</a:t>
            </a:r>
            <a:r>
              <a:rPr lang="zh-TW" altLang="en-US" dirty="0" smtClean="0"/>
              <a:t>可进</a:t>
            </a:r>
            <a:r>
              <a:rPr lang="en-US" altLang="zh-CN" dirty="0" smtClean="0"/>
              <a:t>)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hlinkClick r:id="rId2"/>
              </a:rPr>
              <a:t>https://</a:t>
            </a:r>
            <a:r>
              <a:rPr lang="en-US" altLang="zh-CN" dirty="0" smtClean="0">
                <a:hlinkClick r:id="rId2"/>
              </a:rPr>
              <a:t>github.com/a0956610123</a:t>
            </a:r>
            <a:endParaRPr lang="en-US" altLang="zh-CN" dirty="0" smtClean="0"/>
          </a:p>
          <a:p>
            <a:endParaRPr lang="en-US" altLang="zh-CN" dirty="0"/>
          </a:p>
          <a:p>
            <a:r>
              <a:rPr lang="en-US" altLang="zh-CN" dirty="0">
                <a:hlinkClick r:id="rId3"/>
              </a:rPr>
              <a:t>https://</a:t>
            </a:r>
            <a:r>
              <a:rPr lang="en-US" altLang="zh-CN" dirty="0" smtClean="0">
                <a:hlinkClick r:id="rId3"/>
              </a:rPr>
              <a:t>supabase.com/dashboard/org/kmovfeeviopbagotvwcy</a:t>
            </a:r>
            <a:endParaRPr lang="en-US" altLang="zh-CN" dirty="0" smtClean="0"/>
          </a:p>
          <a:p>
            <a:endParaRPr lang="en-US" altLang="zh-CN" dirty="0"/>
          </a:p>
          <a:p>
            <a:r>
              <a:rPr lang="en-US" altLang="zh-CN" dirty="0">
                <a:hlinkClick r:id="rId4"/>
              </a:rPr>
              <a:t>https://</a:t>
            </a:r>
            <a:r>
              <a:rPr lang="en-US" altLang="zh-CN" dirty="0" smtClean="0">
                <a:hlinkClick r:id="rId4"/>
              </a:rPr>
              <a:t>vercel.com/a956610123tw</a:t>
            </a:r>
            <a:endParaRPr lang="en-US" altLang="zh-CN" dirty="0" smtClean="0"/>
          </a:p>
          <a:p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75816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云网站服务比较</a:t>
            </a:r>
            <a:endParaRPr lang="zh-CN" altLang="en-US" dirty="0"/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380809"/>
              </p:ext>
            </p:extLst>
          </p:nvPr>
        </p:nvGraphicFramePr>
        <p:xfrm>
          <a:off x="1159327" y="1825625"/>
          <a:ext cx="9639301" cy="4351339"/>
        </p:xfrm>
        <a:graphic>
          <a:graphicData uri="http://schemas.openxmlformats.org/drawingml/2006/table">
            <a:tbl>
              <a:tblPr/>
              <a:tblGrid>
                <a:gridCol w="1377043">
                  <a:extLst>
                    <a:ext uri="{9D8B030D-6E8A-4147-A177-3AD203B41FA5}">
                      <a16:colId xmlns:a16="http://schemas.microsoft.com/office/drawing/2014/main" val="3179036995"/>
                    </a:ext>
                  </a:extLst>
                </a:gridCol>
                <a:gridCol w="1377043">
                  <a:extLst>
                    <a:ext uri="{9D8B030D-6E8A-4147-A177-3AD203B41FA5}">
                      <a16:colId xmlns:a16="http://schemas.microsoft.com/office/drawing/2014/main" val="171750343"/>
                    </a:ext>
                  </a:extLst>
                </a:gridCol>
                <a:gridCol w="1377043">
                  <a:extLst>
                    <a:ext uri="{9D8B030D-6E8A-4147-A177-3AD203B41FA5}">
                      <a16:colId xmlns:a16="http://schemas.microsoft.com/office/drawing/2014/main" val="1034150378"/>
                    </a:ext>
                  </a:extLst>
                </a:gridCol>
                <a:gridCol w="1377043">
                  <a:extLst>
                    <a:ext uri="{9D8B030D-6E8A-4147-A177-3AD203B41FA5}">
                      <a16:colId xmlns:a16="http://schemas.microsoft.com/office/drawing/2014/main" val="3420093833"/>
                    </a:ext>
                  </a:extLst>
                </a:gridCol>
                <a:gridCol w="1377043">
                  <a:extLst>
                    <a:ext uri="{9D8B030D-6E8A-4147-A177-3AD203B41FA5}">
                      <a16:colId xmlns:a16="http://schemas.microsoft.com/office/drawing/2014/main" val="2935643204"/>
                    </a:ext>
                  </a:extLst>
                </a:gridCol>
                <a:gridCol w="1377043">
                  <a:extLst>
                    <a:ext uri="{9D8B030D-6E8A-4147-A177-3AD203B41FA5}">
                      <a16:colId xmlns:a16="http://schemas.microsoft.com/office/drawing/2014/main" val="4229097384"/>
                    </a:ext>
                  </a:extLst>
                </a:gridCol>
                <a:gridCol w="1377043">
                  <a:extLst>
                    <a:ext uri="{9D8B030D-6E8A-4147-A177-3AD203B41FA5}">
                      <a16:colId xmlns:a16="http://schemas.microsoft.com/office/drawing/2014/main" val="4197302580"/>
                    </a:ext>
                  </a:extLst>
                </a:gridCol>
              </a:tblGrid>
              <a:tr h="939364"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平台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是否支持 </a:t>
                      </a:r>
                      <a:r>
                        <a:rPr lang="en-US" sz="1400">
                          <a:effectLst/>
                        </a:rPr>
                        <a:t>Flask/Python </a:t>
                      </a:r>
                      <a:r>
                        <a:rPr lang="zh-CN" altLang="en-US" sz="1400">
                          <a:effectLst/>
                        </a:rPr>
                        <a:t>后端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国内访问速度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免备案二级域名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预览环境 </a:t>
                      </a:r>
                      <a:r>
                        <a:rPr lang="en-US" altLang="zh-CN" sz="1400">
                          <a:effectLst/>
                        </a:rPr>
                        <a:t>/ PR </a:t>
                      </a:r>
                      <a:r>
                        <a:rPr lang="zh-CN" altLang="en-US" sz="1400">
                          <a:effectLst/>
                        </a:rPr>
                        <a:t>部署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内置数据库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适合场景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83381"/>
                  </a:ext>
                </a:extLst>
              </a:tr>
              <a:tr h="836576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effectLst/>
                        </a:rPr>
                        <a:t>Vercel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✅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差，国内经常打不开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❌ </a:t>
                      </a:r>
                      <a:r>
                        <a:rPr lang="en-US" altLang="zh-CN" sz="1400">
                          <a:effectLst/>
                        </a:rPr>
                        <a:t>.</a:t>
                      </a:r>
                      <a:r>
                        <a:rPr lang="en-US" sz="1400">
                          <a:effectLst/>
                        </a:rPr>
                        <a:t>vercel.app </a:t>
                      </a:r>
                      <a:r>
                        <a:rPr lang="zh-CN" altLang="en-US" sz="1400">
                          <a:effectLst/>
                        </a:rPr>
                        <a:t>国内拦截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✅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✅ </a:t>
                      </a:r>
                      <a:r>
                        <a:rPr lang="en-US" sz="1400">
                          <a:effectLst/>
                        </a:rPr>
                        <a:t>Vercel Postgres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海外用户、海外业务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303805"/>
                  </a:ext>
                </a:extLst>
              </a:tr>
              <a:tr h="631001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effectLst/>
                        </a:rPr>
                        <a:t>EdgeOne Pages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✅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极快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❌（测试域名）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✅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需搭配腾讯云 </a:t>
                      </a:r>
                      <a:r>
                        <a:rPr lang="en-US" altLang="zh-CN" sz="1400">
                          <a:effectLst/>
                        </a:rPr>
                        <a:t>DB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国内商用官网、生产项目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8347924"/>
                  </a:ext>
                </a:extLst>
              </a:tr>
              <a:tr h="528214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effectLst/>
                        </a:rPr>
                        <a:t>CloudBase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✅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极快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❌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✅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✅ 内置云数据库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小程序、国内全栈业务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370119"/>
                  </a:ext>
                </a:extLst>
              </a:tr>
              <a:tr h="887970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chemeClr val="accent1"/>
                          </a:solidFill>
                          <a:effectLst/>
                        </a:rPr>
                        <a:t>Zeabur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accent1"/>
                          </a:solidFill>
                          <a:effectLst/>
                        </a:rPr>
                        <a:t>✅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accent1"/>
                          </a:solidFill>
                          <a:effectLst/>
                        </a:rPr>
                        <a:t>良好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accent1"/>
                          </a:solidFill>
                          <a:effectLst/>
                        </a:rPr>
                        <a:t>✅ 自带二级域名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accent1"/>
                          </a:solidFill>
                          <a:effectLst/>
                        </a:rPr>
                        <a:t>✅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solidFill>
                            <a:schemeClr val="accent1"/>
                          </a:solidFill>
                          <a:effectLst/>
                        </a:rPr>
                        <a:t>✅ 托管数据库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>
                          <a:solidFill>
                            <a:schemeClr val="accent1"/>
                          </a:solidFill>
                          <a:effectLst/>
                        </a:rPr>
                        <a:t>个人开发、</a:t>
                      </a:r>
                      <a:r>
                        <a:rPr lang="en-US" altLang="zh-CN" sz="1400" dirty="0">
                          <a:solidFill>
                            <a:schemeClr val="accent1"/>
                          </a:solidFill>
                          <a:effectLst/>
                        </a:rPr>
                        <a:t>Demo</a:t>
                      </a:r>
                      <a:r>
                        <a:rPr lang="zh-CN" altLang="en-US" sz="1400" dirty="0">
                          <a:solidFill>
                            <a:schemeClr val="accent1"/>
                          </a:solidFill>
                          <a:effectLst/>
                        </a:rPr>
                        <a:t>、调试、轻量商用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8076504"/>
                  </a:ext>
                </a:extLst>
              </a:tr>
              <a:tr h="528214"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effectLst/>
                        </a:rPr>
                        <a:t>Gitee Pages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❌ 仅静态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快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❌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❌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>
                          <a:effectLst/>
                        </a:rPr>
                        <a:t>❌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400" dirty="0">
                          <a:effectLst/>
                        </a:rPr>
                        <a:t>纯静态博客、简历页</a:t>
                      </a:r>
                    </a:p>
                  </a:txBody>
                  <a:tcPr marL="7138" marR="7138" marT="7138" marB="7138" anchor="ctr">
                    <a:lnL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8530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46191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94" y="1077685"/>
            <a:ext cx="10520138" cy="3494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593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1054</TotalTime>
  <Words>416</Words>
  <Application>Microsoft Office PowerPoint</Application>
  <PresentationFormat>宽屏</PresentationFormat>
  <Paragraphs>91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新細明體</vt:lpstr>
      <vt:lpstr>等线</vt:lpstr>
      <vt:lpstr>等线 Light</vt:lpstr>
      <vt:lpstr>Arial</vt:lpstr>
      <vt:lpstr>Office 主题​​</vt:lpstr>
      <vt:lpstr>技术参数</vt:lpstr>
      <vt:lpstr>搞数据库</vt:lpstr>
      <vt:lpstr>搞数据库</vt:lpstr>
      <vt:lpstr>启动app.py失败</vt:lpstr>
      <vt:lpstr>启动app.py成功</vt:lpstr>
      <vt:lpstr>测试debug</vt:lpstr>
      <vt:lpstr>代码上传到github</vt:lpstr>
      <vt:lpstr>代码发布到Github平台</vt:lpstr>
      <vt:lpstr>代码上传到github</vt:lpstr>
      <vt:lpstr>代码上传到github</vt:lpstr>
      <vt:lpstr>发布到vercel</vt:lpstr>
      <vt:lpstr>发布到vercel</vt:lpstr>
      <vt:lpstr>XXX</vt:lpstr>
      <vt:lpstr>改代码后更新到vercel</vt:lpstr>
      <vt:lpstr>Vercel云系统</vt:lpstr>
      <vt:lpstr>Vercel云系统</vt:lpstr>
      <vt:lpstr>三件套网址(不用VPN可进)</vt:lpstr>
      <vt:lpstr>云网站服务比较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CLAUDE.md 是什么？</dc:title>
  <dc:creator>sam_cheng</dc:creator>
  <cp:lastModifiedBy>sam_cheng</cp:lastModifiedBy>
  <cp:revision>113</cp:revision>
  <dcterms:created xsi:type="dcterms:W3CDTF">2026-07-02T03:18:15Z</dcterms:created>
  <dcterms:modified xsi:type="dcterms:W3CDTF">2026-07-16T04:19:51Z</dcterms:modified>
</cp:coreProperties>
</file>